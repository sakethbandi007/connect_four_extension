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70" r:id="rId23"/>
    <p:sldId id="271" r:id="rId24"/>
    <p:sldId id="281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66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ya venkiteela" userId="7f7e95b9be277df6" providerId="LiveId" clId="{7EBAD85F-38FF-4B56-B8B1-22286D4EF1BB}"/>
    <pc:docChg chg="undo custSel delSld modSld sldOrd">
      <pc:chgData name="shravya venkiteela" userId="7f7e95b9be277df6" providerId="LiveId" clId="{7EBAD85F-38FF-4B56-B8B1-22286D4EF1BB}" dt="2025-12-19T03:23:02.720" v="257"/>
      <pc:docMkLst>
        <pc:docMk/>
      </pc:docMkLst>
      <pc:sldChg chg="modSp mod">
        <pc:chgData name="shravya venkiteela" userId="7f7e95b9be277df6" providerId="LiveId" clId="{7EBAD85F-38FF-4B56-B8B1-22286D4EF1BB}" dt="2025-12-18T17:54:52.931" v="2"/>
        <pc:sldMkLst>
          <pc:docMk/>
          <pc:sldMk cId="0" sldId="256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2:54.083" v="184" actId="20577"/>
        <pc:sldMkLst>
          <pc:docMk/>
          <pc:sldMk cId="0" sldId="257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2:54.083" v="18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2:30.969" v="176" actId="20577"/>
        <pc:sldMkLst>
          <pc:docMk/>
          <pc:sldMk cId="0" sldId="258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2:30.969" v="17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6:41.619" v="32" actId="14100"/>
        <pc:sldMkLst>
          <pc:docMk/>
          <pc:sldMk cId="0" sldId="259"/>
        </pc:sldMkLst>
        <pc:spChg chg="mod">
          <ac:chgData name="shravya venkiteela" userId="7f7e95b9be277df6" providerId="LiveId" clId="{7EBAD85F-38FF-4B56-B8B1-22286D4EF1BB}" dt="2025-12-18T17:56:41.619" v="32" actId="14100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2:05.570" v="168" actId="20577"/>
        <pc:sldMkLst>
          <pc:docMk/>
          <pc:sldMk cId="0" sldId="260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2:05.570" v="168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7:50.634" v="47" actId="14100"/>
        <pc:sldMkLst>
          <pc:docMk/>
          <pc:sldMk cId="0" sldId="261"/>
        </pc:sldMkLst>
        <pc:spChg chg="mod">
          <ac:chgData name="shravya venkiteela" userId="7f7e95b9be277df6" providerId="LiveId" clId="{7EBAD85F-38FF-4B56-B8B1-22286D4EF1BB}" dt="2025-12-18T17:57:50.634" v="47" actId="14100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1:32.828" v="158" actId="20577"/>
        <pc:sldMkLst>
          <pc:docMk/>
          <pc:sldMk cId="0" sldId="262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1:32.828" v="15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6:23.398" v="26" actId="14100"/>
        <pc:sldMkLst>
          <pc:docMk/>
          <pc:sldMk cId="0" sldId="263"/>
        </pc:sldMkLst>
        <pc:spChg chg="mod">
          <ac:chgData name="shravya venkiteela" userId="7f7e95b9be277df6" providerId="LiveId" clId="{7EBAD85F-38FF-4B56-B8B1-22286D4EF1BB}" dt="2025-12-18T17:56:23.398" v="26" actId="14100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1:10.599" v="150" actId="20577"/>
        <pc:sldMkLst>
          <pc:docMk/>
          <pc:sldMk cId="0" sldId="264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1:10.599" v="15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5:22.332" v="15" actId="403"/>
        <pc:sldMkLst>
          <pc:docMk/>
          <pc:sldMk cId="0" sldId="265"/>
        </pc:sldMkLst>
        <pc:spChg chg="mod">
          <ac:chgData name="shravya venkiteela" userId="7f7e95b9be277df6" providerId="LiveId" clId="{7EBAD85F-38FF-4B56-B8B1-22286D4EF1BB}" dt="2025-12-18T17:55:22.332" v="15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5:01.638" v="3" actId="107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0:47.579" v="142" actId="20577"/>
        <pc:sldMkLst>
          <pc:docMk/>
          <pc:sldMk cId="0" sldId="266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0:47.579" v="142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6:08.389" v="21" actId="404"/>
        <pc:sldMkLst>
          <pc:docMk/>
          <pc:sldMk cId="0" sldId="267"/>
        </pc:sldMkLst>
        <pc:spChg chg="mod">
          <ac:chgData name="shravya venkiteela" userId="7f7e95b9be277df6" providerId="LiveId" clId="{7EBAD85F-38FF-4B56-B8B1-22286D4EF1BB}" dt="2025-12-18T17:56:08.389" v="21" actId="404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8:00:21.618" v="134" actId="20577"/>
        <pc:sldMkLst>
          <pc:docMk/>
          <pc:sldMk cId="0" sldId="268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8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8:00:21.618" v="13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9:53.562" v="120" actId="20577"/>
        <pc:sldMkLst>
          <pc:docMk/>
          <pc:sldMk cId="0" sldId="269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69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9:53.562" v="120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 ord">
        <pc:chgData name="shravya venkiteela" userId="7f7e95b9be277df6" providerId="LiveId" clId="{7EBAD85F-38FF-4B56-B8B1-22286D4EF1BB}" dt="2025-12-19T03:22:46.456" v="255"/>
        <pc:sldMkLst>
          <pc:docMk/>
          <pc:sldMk cId="0" sldId="270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70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9:27.588" v="102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shravya venkiteela" userId="7f7e95b9be277df6" providerId="LiveId" clId="{7EBAD85F-38FF-4B56-B8B1-22286D4EF1BB}" dt="2025-12-18T17:59:04.766" v="87" actId="20577"/>
        <pc:sldMkLst>
          <pc:docMk/>
          <pc:sldMk cId="0" sldId="271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71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9:04.766" v="87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mod ord">
        <pc:chgData name="shravya venkiteela" userId="7f7e95b9be277df6" providerId="LiveId" clId="{7EBAD85F-38FF-4B56-B8B1-22286D4EF1BB}" dt="2025-12-19T03:22:14.301" v="245"/>
        <pc:sldMkLst>
          <pc:docMk/>
          <pc:sldMk cId="0" sldId="272"/>
        </pc:sldMkLst>
        <pc:spChg chg="mod">
          <ac:chgData name="shravya venkiteela" userId="7f7e95b9be277df6" providerId="LiveId" clId="{7EBAD85F-38FF-4B56-B8B1-22286D4EF1BB}" dt="2025-12-18T17:54:52.931" v="2"/>
          <ac:spMkLst>
            <pc:docMk/>
            <pc:sldMk cId="0" sldId="272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8T17:58:30.379" v="68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 ord">
        <pc:chgData name="shravya venkiteela" userId="7f7e95b9be277df6" providerId="LiveId" clId="{7EBAD85F-38FF-4B56-B8B1-22286D4EF1BB}" dt="2025-12-19T03:23:02.720" v="257"/>
        <pc:sldMkLst>
          <pc:docMk/>
          <pc:sldMk cId="0" sldId="273"/>
        </pc:sldMkLst>
        <pc:spChg chg="mod">
          <ac:chgData name="shravya venkiteela" userId="7f7e95b9be277df6" providerId="LiveId" clId="{7EBAD85F-38FF-4B56-B8B1-22286D4EF1BB}" dt="2025-12-19T03:18:12.108" v="191" actId="1076"/>
          <ac:spMkLst>
            <pc:docMk/>
            <pc:sldMk cId="0" sldId="273"/>
            <ac:spMk id="4" creationId="{00000000-0000-0000-0000-000000000000}"/>
          </ac:spMkLst>
        </pc:spChg>
        <pc:picChg chg="mod">
          <ac:chgData name="shravya venkiteela" userId="7f7e95b9be277df6" providerId="LiveId" clId="{7EBAD85F-38FF-4B56-B8B1-22286D4EF1BB}" dt="2025-12-19T03:18:03.890" v="190" actId="1076"/>
          <ac:picMkLst>
            <pc:docMk/>
            <pc:sldMk cId="0" sldId="273"/>
            <ac:picMk id="3" creationId="{00000000-0000-0000-0000-000000000000}"/>
          </ac:picMkLst>
        </pc:picChg>
      </pc:sldChg>
      <pc:sldChg chg="modSp mod ord">
        <pc:chgData name="shravya venkiteela" userId="7f7e95b9be277df6" providerId="LiveId" clId="{7EBAD85F-38FF-4B56-B8B1-22286D4EF1BB}" dt="2025-12-19T03:22:26.911" v="247"/>
        <pc:sldMkLst>
          <pc:docMk/>
          <pc:sldMk cId="0" sldId="274"/>
        </pc:sldMkLst>
        <pc:spChg chg="mod">
          <ac:chgData name="shravya venkiteela" userId="7f7e95b9be277df6" providerId="LiveId" clId="{7EBAD85F-38FF-4B56-B8B1-22286D4EF1BB}" dt="2025-12-19T03:19:11.694" v="207" actId="403"/>
          <ac:spMkLst>
            <pc:docMk/>
            <pc:sldMk cId="0" sldId="274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9T03:19:21.215" v="209" actId="14100"/>
          <ac:spMkLst>
            <pc:docMk/>
            <pc:sldMk cId="0" sldId="274"/>
            <ac:spMk id="4" creationId="{00000000-0000-0000-0000-000000000000}"/>
          </ac:spMkLst>
        </pc:spChg>
        <pc:picChg chg="mod">
          <ac:chgData name="shravya venkiteela" userId="7f7e95b9be277df6" providerId="LiveId" clId="{7EBAD85F-38FF-4B56-B8B1-22286D4EF1BB}" dt="2025-12-19T03:18:33.785" v="194" actId="14100"/>
          <ac:picMkLst>
            <pc:docMk/>
            <pc:sldMk cId="0" sldId="274"/>
            <ac:picMk id="3" creationId="{00000000-0000-0000-0000-000000000000}"/>
          </ac:picMkLst>
        </pc:picChg>
      </pc:sldChg>
      <pc:sldChg chg="modSp mod ord">
        <pc:chgData name="shravya venkiteela" userId="7f7e95b9be277df6" providerId="LiveId" clId="{7EBAD85F-38FF-4B56-B8B1-22286D4EF1BB}" dt="2025-12-19T03:22:29.133" v="249"/>
        <pc:sldMkLst>
          <pc:docMk/>
          <pc:sldMk cId="0" sldId="275"/>
        </pc:sldMkLst>
        <pc:spChg chg="mod">
          <ac:chgData name="shravya venkiteela" userId="7f7e95b9be277df6" providerId="LiveId" clId="{7EBAD85F-38FF-4B56-B8B1-22286D4EF1BB}" dt="2025-12-19T03:19:56.365" v="216" actId="1076"/>
          <ac:spMkLst>
            <pc:docMk/>
            <pc:sldMk cId="0" sldId="275"/>
            <ac:spMk id="4" creationId="{00000000-0000-0000-0000-000000000000}"/>
          </ac:spMkLst>
        </pc:spChg>
        <pc:picChg chg="mod">
          <ac:chgData name="shravya venkiteela" userId="7f7e95b9be277df6" providerId="LiveId" clId="{7EBAD85F-38FF-4B56-B8B1-22286D4EF1BB}" dt="2025-12-19T03:19:39.681" v="212" actId="1076"/>
          <ac:picMkLst>
            <pc:docMk/>
            <pc:sldMk cId="0" sldId="275"/>
            <ac:picMk id="3" creationId="{00000000-0000-0000-0000-000000000000}"/>
          </ac:picMkLst>
        </pc:picChg>
      </pc:sldChg>
      <pc:sldChg chg="modSp mod ord">
        <pc:chgData name="shravya venkiteela" userId="7f7e95b9be277df6" providerId="LiveId" clId="{7EBAD85F-38FF-4B56-B8B1-22286D4EF1BB}" dt="2025-12-19T03:22:35.257" v="251"/>
        <pc:sldMkLst>
          <pc:docMk/>
          <pc:sldMk cId="0" sldId="276"/>
        </pc:sldMkLst>
        <pc:spChg chg="mod">
          <ac:chgData name="shravya venkiteela" userId="7f7e95b9be277df6" providerId="LiveId" clId="{7EBAD85F-38FF-4B56-B8B1-22286D4EF1BB}" dt="2025-12-19T03:20:18.169" v="222" actId="14100"/>
          <ac:spMkLst>
            <pc:docMk/>
            <pc:sldMk cId="0" sldId="276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9T03:20:34.955" v="225" actId="14100"/>
          <ac:spMkLst>
            <pc:docMk/>
            <pc:sldMk cId="0" sldId="276"/>
            <ac:spMk id="4" creationId="{00000000-0000-0000-0000-000000000000}"/>
          </ac:spMkLst>
        </pc:spChg>
        <pc:picChg chg="mod">
          <ac:chgData name="shravya venkiteela" userId="7f7e95b9be277df6" providerId="LiveId" clId="{7EBAD85F-38FF-4B56-B8B1-22286D4EF1BB}" dt="2025-12-19T03:20:09.781" v="219" actId="14100"/>
          <ac:picMkLst>
            <pc:docMk/>
            <pc:sldMk cId="0" sldId="276"/>
            <ac:picMk id="3" creationId="{00000000-0000-0000-0000-000000000000}"/>
          </ac:picMkLst>
        </pc:picChg>
      </pc:sldChg>
      <pc:sldChg chg="modSp del mod">
        <pc:chgData name="shravya venkiteela" userId="7f7e95b9be277df6" providerId="LiveId" clId="{7EBAD85F-38FF-4B56-B8B1-22286D4EF1BB}" dt="2025-12-19T03:20:59.254" v="228" actId="2696"/>
        <pc:sldMkLst>
          <pc:docMk/>
          <pc:sldMk cId="0" sldId="277"/>
        </pc:sldMkLst>
        <pc:picChg chg="mod">
          <ac:chgData name="shravya venkiteela" userId="7f7e95b9be277df6" providerId="LiveId" clId="{7EBAD85F-38FF-4B56-B8B1-22286D4EF1BB}" dt="2025-12-19T03:20:47.194" v="227" actId="1076"/>
          <ac:picMkLst>
            <pc:docMk/>
            <pc:sldMk cId="0" sldId="277"/>
            <ac:picMk id="3" creationId="{00000000-0000-0000-0000-000000000000}"/>
          </ac:picMkLst>
        </pc:picChg>
      </pc:sldChg>
      <pc:sldChg chg="modSp mod ord">
        <pc:chgData name="shravya venkiteela" userId="7f7e95b9be277df6" providerId="LiveId" clId="{7EBAD85F-38FF-4B56-B8B1-22286D4EF1BB}" dt="2025-12-19T03:22:36.962" v="253"/>
        <pc:sldMkLst>
          <pc:docMk/>
          <pc:sldMk cId="0" sldId="278"/>
        </pc:sldMkLst>
        <pc:spChg chg="mod">
          <ac:chgData name="shravya venkiteela" userId="7f7e95b9be277df6" providerId="LiveId" clId="{7EBAD85F-38FF-4B56-B8B1-22286D4EF1BB}" dt="2025-12-19T03:21:32.056" v="238" actId="14100"/>
          <ac:spMkLst>
            <pc:docMk/>
            <pc:sldMk cId="0" sldId="278"/>
            <ac:spMk id="2" creationId="{00000000-0000-0000-0000-000000000000}"/>
          </ac:spMkLst>
        </pc:spChg>
        <pc:spChg chg="mod">
          <ac:chgData name="shravya venkiteela" userId="7f7e95b9be277df6" providerId="LiveId" clId="{7EBAD85F-38FF-4B56-B8B1-22286D4EF1BB}" dt="2025-12-19T03:22:03.064" v="243" actId="1036"/>
          <ac:spMkLst>
            <pc:docMk/>
            <pc:sldMk cId="0" sldId="278"/>
            <ac:spMk id="4" creationId="{00000000-0000-0000-0000-000000000000}"/>
          </ac:spMkLst>
        </pc:spChg>
        <pc:picChg chg="mod">
          <ac:chgData name="shravya venkiteela" userId="7f7e95b9be277df6" providerId="LiveId" clId="{7EBAD85F-38FF-4B56-B8B1-22286D4EF1BB}" dt="2025-12-19T03:21:23.153" v="236" actId="1076"/>
          <ac:picMkLst>
            <pc:docMk/>
            <pc:sldMk cId="0" sldId="278"/>
            <ac:picMk id="3" creationId="{00000000-0000-0000-0000-000000000000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E93D6B-47B1-4DAF-8841-2DE76DF25A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1130F9-92E7-4130-8C44-88BDC3771051}">
      <dgm:prSet/>
      <dgm:spPr/>
      <dgm:t>
        <a:bodyPr/>
        <a:lstStyle/>
        <a:p>
          <a:r>
            <a:rPr lang="en-US"/>
            <a:t>Full-featured extension of a midterm Connect Four console application</a:t>
          </a:r>
        </a:p>
      </dgm:t>
    </dgm:pt>
    <dgm:pt modelId="{34DEB0E1-4B9B-4424-BD55-0BFAF5833AED}" type="parTrans" cxnId="{4B6D324F-F740-486E-802F-C7D3F0679A42}">
      <dgm:prSet/>
      <dgm:spPr/>
      <dgm:t>
        <a:bodyPr/>
        <a:lstStyle/>
        <a:p>
          <a:endParaRPr lang="en-US"/>
        </a:p>
      </dgm:t>
    </dgm:pt>
    <dgm:pt modelId="{BCD8096A-B146-427D-A060-F5C309A927B1}" type="sibTrans" cxnId="{4B6D324F-F740-486E-802F-C7D3F0679A42}">
      <dgm:prSet/>
      <dgm:spPr/>
      <dgm:t>
        <a:bodyPr/>
        <a:lstStyle/>
        <a:p>
          <a:endParaRPr lang="en-US"/>
        </a:p>
      </dgm:t>
    </dgm:pt>
    <dgm:pt modelId="{47F8AC84-C590-4C8E-A9CB-9858E4E36FAA}">
      <dgm:prSet/>
      <dgm:spPr/>
      <dgm:t>
        <a:bodyPr/>
        <a:lstStyle/>
        <a:p>
          <a:r>
            <a:rPr lang="en-US"/>
            <a:t>Supports AI gameplay, tournaments, persistence, and player accounts</a:t>
          </a:r>
        </a:p>
      </dgm:t>
    </dgm:pt>
    <dgm:pt modelId="{DD8B72C0-2F54-4B4F-893D-EBE638B14EFF}" type="parTrans" cxnId="{AC51A123-5E35-4425-A989-C4EC6CC9BA26}">
      <dgm:prSet/>
      <dgm:spPr/>
      <dgm:t>
        <a:bodyPr/>
        <a:lstStyle/>
        <a:p>
          <a:endParaRPr lang="en-US"/>
        </a:p>
      </dgm:t>
    </dgm:pt>
    <dgm:pt modelId="{6E94AF66-6073-4B26-8FEA-F8B5287376A6}" type="sibTrans" cxnId="{AC51A123-5E35-4425-A989-C4EC6CC9BA26}">
      <dgm:prSet/>
      <dgm:spPr/>
      <dgm:t>
        <a:bodyPr/>
        <a:lstStyle/>
        <a:p>
          <a:endParaRPr lang="en-US"/>
        </a:p>
      </dgm:t>
    </dgm:pt>
    <dgm:pt modelId="{E0A02F23-C89A-4D0C-8610-43E1E3A65415}">
      <dgm:prSet/>
      <dgm:spPr/>
      <dgm:t>
        <a:bodyPr/>
        <a:lstStyle/>
        <a:p>
          <a:r>
            <a:rPr lang="en-US"/>
            <a:t>Designed using modular software architecture principles</a:t>
          </a:r>
        </a:p>
      </dgm:t>
    </dgm:pt>
    <dgm:pt modelId="{682DB46D-D730-42C9-9BDA-43E204A5B865}" type="parTrans" cxnId="{B3995B54-2381-4B75-8BF0-A02F3ABA49F9}">
      <dgm:prSet/>
      <dgm:spPr/>
      <dgm:t>
        <a:bodyPr/>
        <a:lstStyle/>
        <a:p>
          <a:endParaRPr lang="en-US"/>
        </a:p>
      </dgm:t>
    </dgm:pt>
    <dgm:pt modelId="{D8885E21-AF23-4F81-83F7-C03F669C04F0}" type="sibTrans" cxnId="{B3995B54-2381-4B75-8BF0-A02F3ABA49F9}">
      <dgm:prSet/>
      <dgm:spPr/>
      <dgm:t>
        <a:bodyPr/>
        <a:lstStyle/>
        <a:p>
          <a:endParaRPr lang="en-US"/>
        </a:p>
      </dgm:t>
    </dgm:pt>
    <dgm:pt modelId="{DF05351F-8172-4B44-8093-6F12058CB4CB}">
      <dgm:prSet/>
      <dgm:spPr/>
      <dgm:t>
        <a:bodyPr/>
        <a:lstStyle/>
        <a:p>
          <a:r>
            <a:rPr lang="en-US"/>
            <a:t>Demonstrates applied algorithms and data structures</a:t>
          </a:r>
        </a:p>
      </dgm:t>
    </dgm:pt>
    <dgm:pt modelId="{72E5E9CE-E113-47AC-B9DB-C0CE7D80225E}" type="parTrans" cxnId="{5F186F28-38B3-4B6D-BF55-FAB12AFC1603}">
      <dgm:prSet/>
      <dgm:spPr/>
      <dgm:t>
        <a:bodyPr/>
        <a:lstStyle/>
        <a:p>
          <a:endParaRPr lang="en-US"/>
        </a:p>
      </dgm:t>
    </dgm:pt>
    <dgm:pt modelId="{D4B73B38-7891-4DAF-80B5-F4591E65357A}" type="sibTrans" cxnId="{5F186F28-38B3-4B6D-BF55-FAB12AFC1603}">
      <dgm:prSet/>
      <dgm:spPr/>
      <dgm:t>
        <a:bodyPr/>
        <a:lstStyle/>
        <a:p>
          <a:endParaRPr lang="en-US"/>
        </a:p>
      </dgm:t>
    </dgm:pt>
    <dgm:pt modelId="{115E5702-D233-4022-A9EB-AC72AFB93586}" type="pres">
      <dgm:prSet presAssocID="{17E93D6B-47B1-4DAF-8841-2DE76DF25A05}" presName="linear" presStyleCnt="0">
        <dgm:presLayoutVars>
          <dgm:animLvl val="lvl"/>
          <dgm:resizeHandles val="exact"/>
        </dgm:presLayoutVars>
      </dgm:prSet>
      <dgm:spPr/>
    </dgm:pt>
    <dgm:pt modelId="{B6C1AD18-2496-4256-9216-DDBAB0EDEC73}" type="pres">
      <dgm:prSet presAssocID="{4A1130F9-92E7-4130-8C44-88BDC37710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E39D1B-86E7-4424-8982-27B9E1BDFE73}" type="pres">
      <dgm:prSet presAssocID="{BCD8096A-B146-427D-A060-F5C309A927B1}" presName="spacer" presStyleCnt="0"/>
      <dgm:spPr/>
    </dgm:pt>
    <dgm:pt modelId="{FF0F0996-BE6A-4AB6-8DC3-8317BB49C167}" type="pres">
      <dgm:prSet presAssocID="{47F8AC84-C590-4C8E-A9CB-9858E4E36F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394D74-0BF6-4A9E-9D55-FC0D223F421D}" type="pres">
      <dgm:prSet presAssocID="{6E94AF66-6073-4B26-8FEA-F8B5287376A6}" presName="spacer" presStyleCnt="0"/>
      <dgm:spPr/>
    </dgm:pt>
    <dgm:pt modelId="{B8EBC778-56D5-46BD-AAED-B4228038B4F0}" type="pres">
      <dgm:prSet presAssocID="{E0A02F23-C89A-4D0C-8610-43E1E3A654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EB76FD-6B86-47D8-B83E-86B57C47C3B0}" type="pres">
      <dgm:prSet presAssocID="{D8885E21-AF23-4F81-83F7-C03F669C04F0}" presName="spacer" presStyleCnt="0"/>
      <dgm:spPr/>
    </dgm:pt>
    <dgm:pt modelId="{F8B5A931-EA13-4ED9-9340-C9A44ED531CF}" type="pres">
      <dgm:prSet presAssocID="{DF05351F-8172-4B44-8093-6F12058CB4C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4868F1A-BC42-4656-9A8B-61556D411012}" type="presOf" srcId="{DF05351F-8172-4B44-8093-6F12058CB4CB}" destId="{F8B5A931-EA13-4ED9-9340-C9A44ED531CF}" srcOrd="0" destOrd="0" presId="urn:microsoft.com/office/officeart/2005/8/layout/vList2"/>
    <dgm:cxn modelId="{AC51A123-5E35-4425-A989-C4EC6CC9BA26}" srcId="{17E93D6B-47B1-4DAF-8841-2DE76DF25A05}" destId="{47F8AC84-C590-4C8E-A9CB-9858E4E36FAA}" srcOrd="1" destOrd="0" parTransId="{DD8B72C0-2F54-4B4F-893D-EBE638B14EFF}" sibTransId="{6E94AF66-6073-4B26-8FEA-F8B5287376A6}"/>
    <dgm:cxn modelId="{5F186F28-38B3-4B6D-BF55-FAB12AFC1603}" srcId="{17E93D6B-47B1-4DAF-8841-2DE76DF25A05}" destId="{DF05351F-8172-4B44-8093-6F12058CB4CB}" srcOrd="3" destOrd="0" parTransId="{72E5E9CE-E113-47AC-B9DB-C0CE7D80225E}" sibTransId="{D4B73B38-7891-4DAF-80B5-F4591E65357A}"/>
    <dgm:cxn modelId="{4B6D324F-F740-486E-802F-C7D3F0679A42}" srcId="{17E93D6B-47B1-4DAF-8841-2DE76DF25A05}" destId="{4A1130F9-92E7-4130-8C44-88BDC3771051}" srcOrd="0" destOrd="0" parTransId="{34DEB0E1-4B9B-4424-BD55-0BFAF5833AED}" sibTransId="{BCD8096A-B146-427D-A060-F5C309A927B1}"/>
    <dgm:cxn modelId="{AA9C9473-1943-4A2F-8A80-63F6EF16ACC8}" type="presOf" srcId="{E0A02F23-C89A-4D0C-8610-43E1E3A65415}" destId="{B8EBC778-56D5-46BD-AAED-B4228038B4F0}" srcOrd="0" destOrd="0" presId="urn:microsoft.com/office/officeart/2005/8/layout/vList2"/>
    <dgm:cxn modelId="{B3995B54-2381-4B75-8BF0-A02F3ABA49F9}" srcId="{17E93D6B-47B1-4DAF-8841-2DE76DF25A05}" destId="{E0A02F23-C89A-4D0C-8610-43E1E3A65415}" srcOrd="2" destOrd="0" parTransId="{682DB46D-D730-42C9-9BDA-43E204A5B865}" sibTransId="{D8885E21-AF23-4F81-83F7-C03F669C04F0}"/>
    <dgm:cxn modelId="{A4EB499B-4FAB-4D7D-8A2D-7452BC915C2E}" type="presOf" srcId="{47F8AC84-C590-4C8E-A9CB-9858E4E36FAA}" destId="{FF0F0996-BE6A-4AB6-8DC3-8317BB49C167}" srcOrd="0" destOrd="0" presId="urn:microsoft.com/office/officeart/2005/8/layout/vList2"/>
    <dgm:cxn modelId="{6E07ACC1-BB22-4491-B8BE-43A13D5A02E2}" type="presOf" srcId="{17E93D6B-47B1-4DAF-8841-2DE76DF25A05}" destId="{115E5702-D233-4022-A9EB-AC72AFB93586}" srcOrd="0" destOrd="0" presId="urn:microsoft.com/office/officeart/2005/8/layout/vList2"/>
    <dgm:cxn modelId="{05E6D1E0-DB7D-4A64-9337-72A55B5E8119}" type="presOf" srcId="{4A1130F9-92E7-4130-8C44-88BDC3771051}" destId="{B6C1AD18-2496-4256-9216-DDBAB0EDEC73}" srcOrd="0" destOrd="0" presId="urn:microsoft.com/office/officeart/2005/8/layout/vList2"/>
    <dgm:cxn modelId="{9CFECBE2-0F3F-43A9-9B85-EC981B06A142}" type="presParOf" srcId="{115E5702-D233-4022-A9EB-AC72AFB93586}" destId="{B6C1AD18-2496-4256-9216-DDBAB0EDEC73}" srcOrd="0" destOrd="0" presId="urn:microsoft.com/office/officeart/2005/8/layout/vList2"/>
    <dgm:cxn modelId="{601CC393-CC04-461B-ACDD-50BAC1C345FC}" type="presParOf" srcId="{115E5702-D233-4022-A9EB-AC72AFB93586}" destId="{97E39D1B-86E7-4424-8982-27B9E1BDFE73}" srcOrd="1" destOrd="0" presId="urn:microsoft.com/office/officeart/2005/8/layout/vList2"/>
    <dgm:cxn modelId="{5BA49180-0277-419B-8BE1-405116CC94E4}" type="presParOf" srcId="{115E5702-D233-4022-A9EB-AC72AFB93586}" destId="{FF0F0996-BE6A-4AB6-8DC3-8317BB49C167}" srcOrd="2" destOrd="0" presId="urn:microsoft.com/office/officeart/2005/8/layout/vList2"/>
    <dgm:cxn modelId="{3FAF6DEC-D6F2-41EB-AA48-2C646668D8A1}" type="presParOf" srcId="{115E5702-D233-4022-A9EB-AC72AFB93586}" destId="{20394D74-0BF6-4A9E-9D55-FC0D223F421D}" srcOrd="3" destOrd="0" presId="urn:microsoft.com/office/officeart/2005/8/layout/vList2"/>
    <dgm:cxn modelId="{796EF19F-86F7-41D5-BA24-ECDBF3A02BB3}" type="presParOf" srcId="{115E5702-D233-4022-A9EB-AC72AFB93586}" destId="{B8EBC778-56D5-46BD-AAED-B4228038B4F0}" srcOrd="4" destOrd="0" presId="urn:microsoft.com/office/officeart/2005/8/layout/vList2"/>
    <dgm:cxn modelId="{B9A8E7E1-0EA4-4E74-9EA5-0611F93359A4}" type="presParOf" srcId="{115E5702-D233-4022-A9EB-AC72AFB93586}" destId="{1AEB76FD-6B86-47D8-B83E-86B57C47C3B0}" srcOrd="5" destOrd="0" presId="urn:microsoft.com/office/officeart/2005/8/layout/vList2"/>
    <dgm:cxn modelId="{A9BF18F1-ABF1-44CC-8F0B-204D81D0D94A}" type="presParOf" srcId="{115E5702-D233-4022-A9EB-AC72AFB93586}" destId="{F8B5A931-EA13-4ED9-9340-C9A44ED531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0A0B7F-5239-4BC2-BA49-ED4393EAFC8C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5E76E8-0BC7-4744-8190-2E9B47EB4499}">
      <dgm:prSet/>
      <dgm:spPr/>
      <dgm:t>
        <a:bodyPr/>
        <a:lstStyle/>
        <a:p>
          <a:r>
            <a:rPr lang="en-US"/>
            <a:t>Preserve</a:t>
          </a:r>
        </a:p>
      </dgm:t>
    </dgm:pt>
    <dgm:pt modelId="{62C098A3-2FD3-4877-AC06-DE04BC9F897C}" type="parTrans" cxnId="{9C5402C4-6060-4EFB-AECA-14F8026000DF}">
      <dgm:prSet/>
      <dgm:spPr/>
      <dgm:t>
        <a:bodyPr/>
        <a:lstStyle/>
        <a:p>
          <a:endParaRPr lang="en-US"/>
        </a:p>
      </dgm:t>
    </dgm:pt>
    <dgm:pt modelId="{0E8CE6B9-83E4-489D-B65F-B1E3E9E7C842}" type="sibTrans" cxnId="{9C5402C4-6060-4EFB-AECA-14F8026000DF}">
      <dgm:prSet/>
      <dgm:spPr/>
      <dgm:t>
        <a:bodyPr/>
        <a:lstStyle/>
        <a:p>
          <a:endParaRPr lang="en-US"/>
        </a:p>
      </dgm:t>
    </dgm:pt>
    <dgm:pt modelId="{3E5832A1-07B5-40CA-997D-16CAD2AAE6C7}">
      <dgm:prSet/>
      <dgm:spPr/>
      <dgm:t>
        <a:bodyPr/>
        <a:lstStyle/>
        <a:p>
          <a:r>
            <a:rPr lang="en-US"/>
            <a:t>Preserve original midterm functionality and commands</a:t>
          </a:r>
        </a:p>
      </dgm:t>
    </dgm:pt>
    <dgm:pt modelId="{208C8EC3-4973-4465-8E9E-83ED1F740E49}" type="parTrans" cxnId="{3A83DD4B-B3BE-4485-8023-BBAADE65FAF6}">
      <dgm:prSet/>
      <dgm:spPr/>
      <dgm:t>
        <a:bodyPr/>
        <a:lstStyle/>
        <a:p>
          <a:endParaRPr lang="en-US"/>
        </a:p>
      </dgm:t>
    </dgm:pt>
    <dgm:pt modelId="{986E8CCE-C269-48D7-9A66-D81E241F3FA2}" type="sibTrans" cxnId="{3A83DD4B-B3BE-4485-8023-BBAADE65FAF6}">
      <dgm:prSet/>
      <dgm:spPr/>
      <dgm:t>
        <a:bodyPr/>
        <a:lstStyle/>
        <a:p>
          <a:endParaRPr lang="en-US"/>
        </a:p>
      </dgm:t>
    </dgm:pt>
    <dgm:pt modelId="{0FBB4932-00A3-4F04-81C2-F6DB51E64AF6}">
      <dgm:prSet/>
      <dgm:spPr/>
      <dgm:t>
        <a:bodyPr/>
        <a:lstStyle/>
        <a:p>
          <a:r>
            <a:rPr lang="en-US"/>
            <a:t>Introduce</a:t>
          </a:r>
        </a:p>
      </dgm:t>
    </dgm:pt>
    <dgm:pt modelId="{A46D1684-339F-42D2-A1FF-28B02C4B3429}" type="parTrans" cxnId="{2BABC537-265C-4581-98A7-3E9E06294CD0}">
      <dgm:prSet/>
      <dgm:spPr/>
      <dgm:t>
        <a:bodyPr/>
        <a:lstStyle/>
        <a:p>
          <a:endParaRPr lang="en-US"/>
        </a:p>
      </dgm:t>
    </dgm:pt>
    <dgm:pt modelId="{F2349656-7D45-4AB9-94DF-8061805D8E53}" type="sibTrans" cxnId="{2BABC537-265C-4581-98A7-3E9E06294CD0}">
      <dgm:prSet/>
      <dgm:spPr/>
      <dgm:t>
        <a:bodyPr/>
        <a:lstStyle/>
        <a:p>
          <a:endParaRPr lang="en-US"/>
        </a:p>
      </dgm:t>
    </dgm:pt>
    <dgm:pt modelId="{9BE55328-C7B7-44F7-A4BE-B33FD8588317}">
      <dgm:prSet/>
      <dgm:spPr/>
      <dgm:t>
        <a:bodyPr/>
        <a:lstStyle/>
        <a:p>
          <a:r>
            <a:rPr lang="en-US"/>
            <a:t>Introduce scalable AI and competitive tournament play</a:t>
          </a:r>
        </a:p>
      </dgm:t>
    </dgm:pt>
    <dgm:pt modelId="{6B7D1E2F-1CFE-4B02-B3CC-42E651DDD58B}" type="parTrans" cxnId="{18144B35-D585-4B14-A808-BEE1A68F2D2B}">
      <dgm:prSet/>
      <dgm:spPr/>
      <dgm:t>
        <a:bodyPr/>
        <a:lstStyle/>
        <a:p>
          <a:endParaRPr lang="en-US"/>
        </a:p>
      </dgm:t>
    </dgm:pt>
    <dgm:pt modelId="{6D24F2C9-9E17-42DF-9C5A-1CCDA71EEF99}" type="sibTrans" cxnId="{18144B35-D585-4B14-A808-BEE1A68F2D2B}">
      <dgm:prSet/>
      <dgm:spPr/>
      <dgm:t>
        <a:bodyPr/>
        <a:lstStyle/>
        <a:p>
          <a:endParaRPr lang="en-US"/>
        </a:p>
      </dgm:t>
    </dgm:pt>
    <dgm:pt modelId="{46439C7C-5187-4508-A54C-B3244714EF52}">
      <dgm:prSet/>
      <dgm:spPr/>
      <dgm:t>
        <a:bodyPr/>
        <a:lstStyle/>
        <a:p>
          <a:r>
            <a:rPr lang="en-US"/>
            <a:t>Ensure</a:t>
          </a:r>
        </a:p>
      </dgm:t>
    </dgm:pt>
    <dgm:pt modelId="{BDF982D0-DD42-4726-905F-D4CF96EF807A}" type="parTrans" cxnId="{CEFB0464-ACC2-4481-BB9F-192B0EBA4431}">
      <dgm:prSet/>
      <dgm:spPr/>
      <dgm:t>
        <a:bodyPr/>
        <a:lstStyle/>
        <a:p>
          <a:endParaRPr lang="en-US"/>
        </a:p>
      </dgm:t>
    </dgm:pt>
    <dgm:pt modelId="{32D31126-49BF-4515-83B6-138F73939567}" type="sibTrans" cxnId="{CEFB0464-ACC2-4481-BB9F-192B0EBA4431}">
      <dgm:prSet/>
      <dgm:spPr/>
      <dgm:t>
        <a:bodyPr/>
        <a:lstStyle/>
        <a:p>
          <a:endParaRPr lang="en-US"/>
        </a:p>
      </dgm:t>
    </dgm:pt>
    <dgm:pt modelId="{374135E6-EE68-4738-B4A3-B0A4B76F80C0}">
      <dgm:prSet/>
      <dgm:spPr/>
      <dgm:t>
        <a:bodyPr/>
        <a:lstStyle/>
        <a:p>
          <a:r>
            <a:rPr lang="en-US"/>
            <a:t>Ensure maintainability through modular design</a:t>
          </a:r>
        </a:p>
      </dgm:t>
    </dgm:pt>
    <dgm:pt modelId="{F22494EF-6C24-40F9-8CAC-84A49FD13897}" type="parTrans" cxnId="{191014E8-94D1-40B0-B5FA-E65E110C0E0D}">
      <dgm:prSet/>
      <dgm:spPr/>
      <dgm:t>
        <a:bodyPr/>
        <a:lstStyle/>
        <a:p>
          <a:endParaRPr lang="en-US"/>
        </a:p>
      </dgm:t>
    </dgm:pt>
    <dgm:pt modelId="{BFC7F318-923B-49FB-873D-7A2C6469594E}" type="sibTrans" cxnId="{191014E8-94D1-40B0-B5FA-E65E110C0E0D}">
      <dgm:prSet/>
      <dgm:spPr/>
      <dgm:t>
        <a:bodyPr/>
        <a:lstStyle/>
        <a:p>
          <a:endParaRPr lang="en-US"/>
        </a:p>
      </dgm:t>
    </dgm:pt>
    <dgm:pt modelId="{A5D4FAD4-759D-41B6-B003-8C2DE698E90B}">
      <dgm:prSet/>
      <dgm:spPr/>
      <dgm:t>
        <a:bodyPr/>
        <a:lstStyle/>
        <a:p>
          <a:r>
            <a:rPr lang="en-US"/>
            <a:t>Provide</a:t>
          </a:r>
        </a:p>
      </dgm:t>
    </dgm:pt>
    <dgm:pt modelId="{F6C13ED3-01F0-4EB2-AB00-4CC45FC7C5D9}" type="parTrans" cxnId="{5519EC7F-9F31-41D2-8C83-CE4AA606B0F6}">
      <dgm:prSet/>
      <dgm:spPr/>
      <dgm:t>
        <a:bodyPr/>
        <a:lstStyle/>
        <a:p>
          <a:endParaRPr lang="en-US"/>
        </a:p>
      </dgm:t>
    </dgm:pt>
    <dgm:pt modelId="{EEA4CDFF-ECF7-4BE3-A806-C3A3A743D48F}" type="sibTrans" cxnId="{5519EC7F-9F31-41D2-8C83-CE4AA606B0F6}">
      <dgm:prSet/>
      <dgm:spPr/>
      <dgm:t>
        <a:bodyPr/>
        <a:lstStyle/>
        <a:p>
          <a:endParaRPr lang="en-US"/>
        </a:p>
      </dgm:t>
    </dgm:pt>
    <dgm:pt modelId="{D1C3CEAC-0A1D-4060-8D1A-9683FADF74B1}">
      <dgm:prSet/>
      <dgm:spPr/>
      <dgm:t>
        <a:bodyPr/>
        <a:lstStyle/>
        <a:p>
          <a:r>
            <a:rPr lang="en-US"/>
            <a:t>Provide efficient and user-friendly gameplay</a:t>
          </a:r>
        </a:p>
      </dgm:t>
    </dgm:pt>
    <dgm:pt modelId="{BAF38E65-9586-4CBF-BE8B-6A00C4A2E6C6}" type="parTrans" cxnId="{D1C7E71B-425F-41EE-B4F9-7852ACF053F4}">
      <dgm:prSet/>
      <dgm:spPr/>
      <dgm:t>
        <a:bodyPr/>
        <a:lstStyle/>
        <a:p>
          <a:endParaRPr lang="en-US"/>
        </a:p>
      </dgm:t>
    </dgm:pt>
    <dgm:pt modelId="{A25AF120-4DCE-4CC0-BFEC-19FA47297DC7}" type="sibTrans" cxnId="{D1C7E71B-425F-41EE-B4F9-7852ACF053F4}">
      <dgm:prSet/>
      <dgm:spPr/>
      <dgm:t>
        <a:bodyPr/>
        <a:lstStyle/>
        <a:p>
          <a:endParaRPr lang="en-US"/>
        </a:p>
      </dgm:t>
    </dgm:pt>
    <dgm:pt modelId="{A6A9241A-D86C-48BC-9ACA-057727676161}" type="pres">
      <dgm:prSet presAssocID="{E40A0B7F-5239-4BC2-BA49-ED4393EAFC8C}" presName="Name0" presStyleCnt="0">
        <dgm:presLayoutVars>
          <dgm:dir/>
          <dgm:animLvl val="lvl"/>
          <dgm:resizeHandles val="exact"/>
        </dgm:presLayoutVars>
      </dgm:prSet>
      <dgm:spPr/>
    </dgm:pt>
    <dgm:pt modelId="{FE29E9D4-01D2-4C69-BC0A-69C262EC87F4}" type="pres">
      <dgm:prSet presAssocID="{015E76E8-0BC7-4744-8190-2E9B47EB4499}" presName="linNode" presStyleCnt="0"/>
      <dgm:spPr/>
    </dgm:pt>
    <dgm:pt modelId="{A1B09DC3-6FD1-4F52-971E-E232B9C0C985}" type="pres">
      <dgm:prSet presAssocID="{015E76E8-0BC7-4744-8190-2E9B47EB4499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AC934253-0AA4-4597-8721-C69C8B3334A3}" type="pres">
      <dgm:prSet presAssocID="{015E76E8-0BC7-4744-8190-2E9B47EB4499}" presName="descendantText" presStyleLbl="alignAccFollowNode1" presStyleIdx="0" presStyleCnt="4">
        <dgm:presLayoutVars>
          <dgm:bulletEnabled/>
        </dgm:presLayoutVars>
      </dgm:prSet>
      <dgm:spPr/>
    </dgm:pt>
    <dgm:pt modelId="{5D812DAE-7546-4390-873D-A6AF1A72F79D}" type="pres">
      <dgm:prSet presAssocID="{0E8CE6B9-83E4-489D-B65F-B1E3E9E7C842}" presName="sp" presStyleCnt="0"/>
      <dgm:spPr/>
    </dgm:pt>
    <dgm:pt modelId="{8DC0DFDF-29AE-4574-9C7D-A0A36A39B787}" type="pres">
      <dgm:prSet presAssocID="{0FBB4932-00A3-4F04-81C2-F6DB51E64AF6}" presName="linNode" presStyleCnt="0"/>
      <dgm:spPr/>
    </dgm:pt>
    <dgm:pt modelId="{79164C64-3EFC-4D35-8F20-9804BDC9F454}" type="pres">
      <dgm:prSet presAssocID="{0FBB4932-00A3-4F04-81C2-F6DB51E64AF6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18E7935C-9B73-415A-88A6-7D6A08A7C691}" type="pres">
      <dgm:prSet presAssocID="{0FBB4932-00A3-4F04-81C2-F6DB51E64AF6}" presName="descendantText" presStyleLbl="alignAccFollowNode1" presStyleIdx="1" presStyleCnt="4">
        <dgm:presLayoutVars>
          <dgm:bulletEnabled/>
        </dgm:presLayoutVars>
      </dgm:prSet>
      <dgm:spPr/>
    </dgm:pt>
    <dgm:pt modelId="{0919B183-2A15-45E0-831F-4F50A37B7D26}" type="pres">
      <dgm:prSet presAssocID="{F2349656-7D45-4AB9-94DF-8061805D8E53}" presName="sp" presStyleCnt="0"/>
      <dgm:spPr/>
    </dgm:pt>
    <dgm:pt modelId="{2E5639FB-F4DF-47BB-9465-392AF4232F0A}" type="pres">
      <dgm:prSet presAssocID="{46439C7C-5187-4508-A54C-B3244714EF52}" presName="linNode" presStyleCnt="0"/>
      <dgm:spPr/>
    </dgm:pt>
    <dgm:pt modelId="{A77B9A89-CD63-4CB9-BDC6-02848EE3AD14}" type="pres">
      <dgm:prSet presAssocID="{46439C7C-5187-4508-A54C-B3244714EF5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59B517AC-01E0-4685-8E25-3D7A65B1D8A3}" type="pres">
      <dgm:prSet presAssocID="{46439C7C-5187-4508-A54C-B3244714EF52}" presName="descendantText" presStyleLbl="alignAccFollowNode1" presStyleIdx="2" presStyleCnt="4">
        <dgm:presLayoutVars>
          <dgm:bulletEnabled/>
        </dgm:presLayoutVars>
      </dgm:prSet>
      <dgm:spPr/>
    </dgm:pt>
    <dgm:pt modelId="{5F774327-2C2F-4CEF-97D0-C172F33F03E5}" type="pres">
      <dgm:prSet presAssocID="{32D31126-49BF-4515-83B6-138F73939567}" presName="sp" presStyleCnt="0"/>
      <dgm:spPr/>
    </dgm:pt>
    <dgm:pt modelId="{63F6A6E0-E03A-4D03-8152-D785DED720E4}" type="pres">
      <dgm:prSet presAssocID="{A5D4FAD4-759D-41B6-B003-8C2DE698E90B}" presName="linNode" presStyleCnt="0"/>
      <dgm:spPr/>
    </dgm:pt>
    <dgm:pt modelId="{AEC88E7D-CF37-4E01-8D71-7F12B044477C}" type="pres">
      <dgm:prSet presAssocID="{A5D4FAD4-759D-41B6-B003-8C2DE698E90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F23510E3-DACD-4AEC-B681-36C9D2D22FF0}" type="pres">
      <dgm:prSet presAssocID="{A5D4FAD4-759D-41B6-B003-8C2DE698E90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D1C7E71B-425F-41EE-B4F9-7852ACF053F4}" srcId="{A5D4FAD4-759D-41B6-B003-8C2DE698E90B}" destId="{D1C3CEAC-0A1D-4060-8D1A-9683FADF74B1}" srcOrd="0" destOrd="0" parTransId="{BAF38E65-9586-4CBF-BE8B-6A00C4A2E6C6}" sibTransId="{A25AF120-4DCE-4CC0-BFEC-19FA47297DC7}"/>
    <dgm:cxn modelId="{ADF7FF21-4CD1-4228-9D12-EF3B26918244}" type="presOf" srcId="{E40A0B7F-5239-4BC2-BA49-ED4393EAFC8C}" destId="{A6A9241A-D86C-48BC-9ACA-057727676161}" srcOrd="0" destOrd="0" presId="urn:microsoft.com/office/officeart/2016/7/layout/VerticalSolidActionList"/>
    <dgm:cxn modelId="{18144B35-D585-4B14-A808-BEE1A68F2D2B}" srcId="{0FBB4932-00A3-4F04-81C2-F6DB51E64AF6}" destId="{9BE55328-C7B7-44F7-A4BE-B33FD8588317}" srcOrd="0" destOrd="0" parTransId="{6B7D1E2F-1CFE-4B02-B3CC-42E651DDD58B}" sibTransId="{6D24F2C9-9E17-42DF-9C5A-1CCDA71EEF99}"/>
    <dgm:cxn modelId="{2BABC537-265C-4581-98A7-3E9E06294CD0}" srcId="{E40A0B7F-5239-4BC2-BA49-ED4393EAFC8C}" destId="{0FBB4932-00A3-4F04-81C2-F6DB51E64AF6}" srcOrd="1" destOrd="0" parTransId="{A46D1684-339F-42D2-A1FF-28B02C4B3429}" sibTransId="{F2349656-7D45-4AB9-94DF-8061805D8E53}"/>
    <dgm:cxn modelId="{CEFB0464-ACC2-4481-BB9F-192B0EBA4431}" srcId="{E40A0B7F-5239-4BC2-BA49-ED4393EAFC8C}" destId="{46439C7C-5187-4508-A54C-B3244714EF52}" srcOrd="2" destOrd="0" parTransId="{BDF982D0-DD42-4726-905F-D4CF96EF807A}" sibTransId="{32D31126-49BF-4515-83B6-138F73939567}"/>
    <dgm:cxn modelId="{3A83DD4B-B3BE-4485-8023-BBAADE65FAF6}" srcId="{015E76E8-0BC7-4744-8190-2E9B47EB4499}" destId="{3E5832A1-07B5-40CA-997D-16CAD2AAE6C7}" srcOrd="0" destOrd="0" parTransId="{208C8EC3-4973-4465-8E9E-83ED1F740E49}" sibTransId="{986E8CCE-C269-48D7-9A66-D81E241F3FA2}"/>
    <dgm:cxn modelId="{89EF9C73-6912-487D-A0FA-A00A31FAC1CF}" type="presOf" srcId="{A5D4FAD4-759D-41B6-B003-8C2DE698E90B}" destId="{AEC88E7D-CF37-4E01-8D71-7F12B044477C}" srcOrd="0" destOrd="0" presId="urn:microsoft.com/office/officeart/2016/7/layout/VerticalSolidActionList"/>
    <dgm:cxn modelId="{62D8737E-FC3F-4FA8-ACE3-0CDAF16B3DE4}" type="presOf" srcId="{D1C3CEAC-0A1D-4060-8D1A-9683FADF74B1}" destId="{F23510E3-DACD-4AEC-B681-36C9D2D22FF0}" srcOrd="0" destOrd="0" presId="urn:microsoft.com/office/officeart/2016/7/layout/VerticalSolidActionList"/>
    <dgm:cxn modelId="{5519EC7F-9F31-41D2-8C83-CE4AA606B0F6}" srcId="{E40A0B7F-5239-4BC2-BA49-ED4393EAFC8C}" destId="{A5D4FAD4-759D-41B6-B003-8C2DE698E90B}" srcOrd="3" destOrd="0" parTransId="{F6C13ED3-01F0-4EB2-AB00-4CC45FC7C5D9}" sibTransId="{EEA4CDFF-ECF7-4BE3-A806-C3A3A743D48F}"/>
    <dgm:cxn modelId="{7CF6A89B-1166-41FE-8279-6B634045040A}" type="presOf" srcId="{46439C7C-5187-4508-A54C-B3244714EF52}" destId="{A77B9A89-CD63-4CB9-BDC6-02848EE3AD14}" srcOrd="0" destOrd="0" presId="urn:microsoft.com/office/officeart/2016/7/layout/VerticalSolidActionList"/>
    <dgm:cxn modelId="{A1ED1AB3-15A6-4287-9D59-7BC704AE7A64}" type="presOf" srcId="{3E5832A1-07B5-40CA-997D-16CAD2AAE6C7}" destId="{AC934253-0AA4-4597-8721-C69C8B3334A3}" srcOrd="0" destOrd="0" presId="urn:microsoft.com/office/officeart/2016/7/layout/VerticalSolidActionList"/>
    <dgm:cxn modelId="{5A8AEDB4-F1CF-42A4-8B93-52C69107265A}" type="presOf" srcId="{015E76E8-0BC7-4744-8190-2E9B47EB4499}" destId="{A1B09DC3-6FD1-4F52-971E-E232B9C0C985}" srcOrd="0" destOrd="0" presId="urn:microsoft.com/office/officeart/2016/7/layout/VerticalSolidActionList"/>
    <dgm:cxn modelId="{C473D4B8-96F1-4252-8912-F619C4BEBBC8}" type="presOf" srcId="{0FBB4932-00A3-4F04-81C2-F6DB51E64AF6}" destId="{79164C64-3EFC-4D35-8F20-9804BDC9F454}" srcOrd="0" destOrd="0" presId="urn:microsoft.com/office/officeart/2016/7/layout/VerticalSolidActionList"/>
    <dgm:cxn modelId="{9C5402C4-6060-4EFB-AECA-14F8026000DF}" srcId="{E40A0B7F-5239-4BC2-BA49-ED4393EAFC8C}" destId="{015E76E8-0BC7-4744-8190-2E9B47EB4499}" srcOrd="0" destOrd="0" parTransId="{62C098A3-2FD3-4877-AC06-DE04BC9F897C}" sibTransId="{0E8CE6B9-83E4-489D-B65F-B1E3E9E7C842}"/>
    <dgm:cxn modelId="{239DACD0-05B1-4E3C-9484-9F4332457B69}" type="presOf" srcId="{9BE55328-C7B7-44F7-A4BE-B33FD8588317}" destId="{18E7935C-9B73-415A-88A6-7D6A08A7C691}" srcOrd="0" destOrd="0" presId="urn:microsoft.com/office/officeart/2016/7/layout/VerticalSolidActionList"/>
    <dgm:cxn modelId="{191014E8-94D1-40B0-B5FA-E65E110C0E0D}" srcId="{46439C7C-5187-4508-A54C-B3244714EF52}" destId="{374135E6-EE68-4738-B4A3-B0A4B76F80C0}" srcOrd="0" destOrd="0" parTransId="{F22494EF-6C24-40F9-8CAC-84A49FD13897}" sibTransId="{BFC7F318-923B-49FB-873D-7A2C6469594E}"/>
    <dgm:cxn modelId="{A4D1A4EB-16FA-4F00-BF40-3174AA3DC7D0}" type="presOf" srcId="{374135E6-EE68-4738-B4A3-B0A4B76F80C0}" destId="{59B517AC-01E0-4685-8E25-3D7A65B1D8A3}" srcOrd="0" destOrd="0" presId="urn:microsoft.com/office/officeart/2016/7/layout/VerticalSolidActionList"/>
    <dgm:cxn modelId="{B544B21D-E5D4-42CF-873A-A7D3B6FDFC66}" type="presParOf" srcId="{A6A9241A-D86C-48BC-9ACA-057727676161}" destId="{FE29E9D4-01D2-4C69-BC0A-69C262EC87F4}" srcOrd="0" destOrd="0" presId="urn:microsoft.com/office/officeart/2016/7/layout/VerticalSolidActionList"/>
    <dgm:cxn modelId="{E89CBC00-9DD2-46E1-844D-5B70E05F3B4A}" type="presParOf" srcId="{FE29E9D4-01D2-4C69-BC0A-69C262EC87F4}" destId="{A1B09DC3-6FD1-4F52-971E-E232B9C0C985}" srcOrd="0" destOrd="0" presId="urn:microsoft.com/office/officeart/2016/7/layout/VerticalSolidActionList"/>
    <dgm:cxn modelId="{E1DB57B4-CD84-4BFD-8A07-C5A89642FD90}" type="presParOf" srcId="{FE29E9D4-01D2-4C69-BC0A-69C262EC87F4}" destId="{AC934253-0AA4-4597-8721-C69C8B3334A3}" srcOrd="1" destOrd="0" presId="urn:microsoft.com/office/officeart/2016/7/layout/VerticalSolidActionList"/>
    <dgm:cxn modelId="{486CF4E1-54E2-4679-8DD8-B7D17E25FD32}" type="presParOf" srcId="{A6A9241A-D86C-48BC-9ACA-057727676161}" destId="{5D812DAE-7546-4390-873D-A6AF1A72F79D}" srcOrd="1" destOrd="0" presId="urn:microsoft.com/office/officeart/2016/7/layout/VerticalSolidActionList"/>
    <dgm:cxn modelId="{A488773C-00B1-449E-A73F-EF72E1C9DA52}" type="presParOf" srcId="{A6A9241A-D86C-48BC-9ACA-057727676161}" destId="{8DC0DFDF-29AE-4574-9C7D-A0A36A39B787}" srcOrd="2" destOrd="0" presId="urn:microsoft.com/office/officeart/2016/7/layout/VerticalSolidActionList"/>
    <dgm:cxn modelId="{392995A5-B7CC-4804-B026-C15E829FC98C}" type="presParOf" srcId="{8DC0DFDF-29AE-4574-9C7D-A0A36A39B787}" destId="{79164C64-3EFC-4D35-8F20-9804BDC9F454}" srcOrd="0" destOrd="0" presId="urn:microsoft.com/office/officeart/2016/7/layout/VerticalSolidActionList"/>
    <dgm:cxn modelId="{A89C3F43-A645-438D-8F6E-BC816903B76D}" type="presParOf" srcId="{8DC0DFDF-29AE-4574-9C7D-A0A36A39B787}" destId="{18E7935C-9B73-415A-88A6-7D6A08A7C691}" srcOrd="1" destOrd="0" presId="urn:microsoft.com/office/officeart/2016/7/layout/VerticalSolidActionList"/>
    <dgm:cxn modelId="{8F1AAF83-3E5A-4E49-8E4A-34F78210D5B1}" type="presParOf" srcId="{A6A9241A-D86C-48BC-9ACA-057727676161}" destId="{0919B183-2A15-45E0-831F-4F50A37B7D26}" srcOrd="3" destOrd="0" presId="urn:microsoft.com/office/officeart/2016/7/layout/VerticalSolidActionList"/>
    <dgm:cxn modelId="{2240E561-09F4-4132-BA4E-87DD46851313}" type="presParOf" srcId="{A6A9241A-D86C-48BC-9ACA-057727676161}" destId="{2E5639FB-F4DF-47BB-9465-392AF4232F0A}" srcOrd="4" destOrd="0" presId="urn:microsoft.com/office/officeart/2016/7/layout/VerticalSolidActionList"/>
    <dgm:cxn modelId="{260E7D67-2268-4C07-A28D-7CBE7BB238F8}" type="presParOf" srcId="{2E5639FB-F4DF-47BB-9465-392AF4232F0A}" destId="{A77B9A89-CD63-4CB9-BDC6-02848EE3AD14}" srcOrd="0" destOrd="0" presId="urn:microsoft.com/office/officeart/2016/7/layout/VerticalSolidActionList"/>
    <dgm:cxn modelId="{0CDD1BE0-167D-4365-A8EB-618A77AB414C}" type="presParOf" srcId="{2E5639FB-F4DF-47BB-9465-392AF4232F0A}" destId="{59B517AC-01E0-4685-8E25-3D7A65B1D8A3}" srcOrd="1" destOrd="0" presId="urn:microsoft.com/office/officeart/2016/7/layout/VerticalSolidActionList"/>
    <dgm:cxn modelId="{3D03BAD8-C6C6-4834-81DF-C3C8EA3F4C2F}" type="presParOf" srcId="{A6A9241A-D86C-48BC-9ACA-057727676161}" destId="{5F774327-2C2F-4CEF-97D0-C172F33F03E5}" srcOrd="5" destOrd="0" presId="urn:microsoft.com/office/officeart/2016/7/layout/VerticalSolidActionList"/>
    <dgm:cxn modelId="{4A2DE1D4-1B5E-4E08-9AF6-A6E471FF0EBB}" type="presParOf" srcId="{A6A9241A-D86C-48BC-9ACA-057727676161}" destId="{63F6A6E0-E03A-4D03-8152-D785DED720E4}" srcOrd="6" destOrd="0" presId="urn:microsoft.com/office/officeart/2016/7/layout/VerticalSolidActionList"/>
    <dgm:cxn modelId="{88DD391C-87AC-406E-A9F1-DA1D58CF8E9A}" type="presParOf" srcId="{63F6A6E0-E03A-4D03-8152-D785DED720E4}" destId="{AEC88E7D-CF37-4E01-8D71-7F12B044477C}" srcOrd="0" destOrd="0" presId="urn:microsoft.com/office/officeart/2016/7/layout/VerticalSolidActionList"/>
    <dgm:cxn modelId="{90488ECE-C620-446B-B379-065B14D3947E}" type="presParOf" srcId="{63F6A6E0-E03A-4D03-8152-D785DED720E4}" destId="{F23510E3-DACD-4AEC-B681-36C9D2D22FF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DF9EB1-2D15-49DC-89D7-5BE6335526A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98CA00-B0A5-49F3-BA81-0B423A524120}">
      <dgm:prSet/>
      <dgm:spPr/>
      <dgm:t>
        <a:bodyPr/>
        <a:lstStyle/>
        <a:p>
          <a:pPr>
            <a:defRPr cap="all"/>
          </a:pPr>
          <a:r>
            <a:rPr lang="en-US"/>
            <a:t>UI receives commands and validates input</a:t>
          </a:r>
        </a:p>
      </dgm:t>
    </dgm:pt>
    <dgm:pt modelId="{ECB901AE-57A4-424F-BE5D-56A751806218}" type="parTrans" cxnId="{F15F1BDC-AE5D-476D-A95D-A8B859B2B16A}">
      <dgm:prSet/>
      <dgm:spPr/>
      <dgm:t>
        <a:bodyPr/>
        <a:lstStyle/>
        <a:p>
          <a:endParaRPr lang="en-US"/>
        </a:p>
      </dgm:t>
    </dgm:pt>
    <dgm:pt modelId="{40B6822B-7187-4014-A1BE-4021DFF77B45}" type="sibTrans" cxnId="{F15F1BDC-AE5D-476D-A95D-A8B859B2B16A}">
      <dgm:prSet/>
      <dgm:spPr/>
      <dgm:t>
        <a:bodyPr/>
        <a:lstStyle/>
        <a:p>
          <a:endParaRPr lang="en-US"/>
        </a:p>
      </dgm:t>
    </dgm:pt>
    <dgm:pt modelId="{2463DF8F-F394-4239-93A4-7777961399F2}">
      <dgm:prSet/>
      <dgm:spPr/>
      <dgm:t>
        <a:bodyPr/>
        <a:lstStyle/>
        <a:p>
          <a:pPr>
            <a:defRPr cap="all"/>
          </a:pPr>
          <a:r>
            <a:rPr lang="en-US"/>
            <a:t>Game Engine processes moves and updates board state</a:t>
          </a:r>
        </a:p>
      </dgm:t>
    </dgm:pt>
    <dgm:pt modelId="{845F09ED-7E1C-4F02-9F6A-85372E5AB052}" type="parTrans" cxnId="{CA3DCD2A-538C-4599-874F-62848A0670B3}">
      <dgm:prSet/>
      <dgm:spPr/>
      <dgm:t>
        <a:bodyPr/>
        <a:lstStyle/>
        <a:p>
          <a:endParaRPr lang="en-US"/>
        </a:p>
      </dgm:t>
    </dgm:pt>
    <dgm:pt modelId="{0457F5FB-A7AF-41E1-A2DE-9A2BC0128703}" type="sibTrans" cxnId="{CA3DCD2A-538C-4599-874F-62848A0670B3}">
      <dgm:prSet/>
      <dgm:spPr/>
      <dgm:t>
        <a:bodyPr/>
        <a:lstStyle/>
        <a:p>
          <a:endParaRPr lang="en-US"/>
        </a:p>
      </dgm:t>
    </dgm:pt>
    <dgm:pt modelId="{EB75F8F0-4CEE-420D-AF19-942567359799}">
      <dgm:prSet/>
      <dgm:spPr/>
      <dgm:t>
        <a:bodyPr/>
        <a:lstStyle/>
        <a:p>
          <a:pPr>
            <a:defRPr cap="all"/>
          </a:pPr>
          <a:r>
            <a:rPr lang="en-US"/>
            <a:t>AI Engine generates moves when playing against computer</a:t>
          </a:r>
        </a:p>
      </dgm:t>
    </dgm:pt>
    <dgm:pt modelId="{E14ED9E4-FDD9-456C-9C44-373926052639}" type="parTrans" cxnId="{1276B0D4-68F6-4328-8586-C2E54981DC7F}">
      <dgm:prSet/>
      <dgm:spPr/>
      <dgm:t>
        <a:bodyPr/>
        <a:lstStyle/>
        <a:p>
          <a:endParaRPr lang="en-US"/>
        </a:p>
      </dgm:t>
    </dgm:pt>
    <dgm:pt modelId="{AC207DFA-BC91-4495-A94B-32AA84F05615}" type="sibTrans" cxnId="{1276B0D4-68F6-4328-8586-C2E54981DC7F}">
      <dgm:prSet/>
      <dgm:spPr/>
      <dgm:t>
        <a:bodyPr/>
        <a:lstStyle/>
        <a:p>
          <a:endParaRPr lang="en-US"/>
        </a:p>
      </dgm:t>
    </dgm:pt>
    <dgm:pt modelId="{813C3FC2-59D7-456A-8C1C-38A518C121BC}">
      <dgm:prSet/>
      <dgm:spPr/>
      <dgm:t>
        <a:bodyPr/>
        <a:lstStyle/>
        <a:p>
          <a:pPr>
            <a:defRPr cap="all"/>
          </a:pPr>
          <a:r>
            <a:rPr lang="en-US"/>
            <a:t>Player Manager updates statistics after each game</a:t>
          </a:r>
        </a:p>
      </dgm:t>
    </dgm:pt>
    <dgm:pt modelId="{26DA4E7C-AB72-42B0-AA45-305FA6AA18CF}" type="parTrans" cxnId="{EDB0F899-302F-4B7A-AA1E-7F4D57C2B20E}">
      <dgm:prSet/>
      <dgm:spPr/>
      <dgm:t>
        <a:bodyPr/>
        <a:lstStyle/>
        <a:p>
          <a:endParaRPr lang="en-US"/>
        </a:p>
      </dgm:t>
    </dgm:pt>
    <dgm:pt modelId="{725E51D5-E47E-450C-8975-C37D6A2A927C}" type="sibTrans" cxnId="{EDB0F899-302F-4B7A-AA1E-7F4D57C2B20E}">
      <dgm:prSet/>
      <dgm:spPr/>
      <dgm:t>
        <a:bodyPr/>
        <a:lstStyle/>
        <a:p>
          <a:endParaRPr lang="en-US"/>
        </a:p>
      </dgm:t>
    </dgm:pt>
    <dgm:pt modelId="{12B4E36B-B490-4ED8-8029-13FF65537E80}">
      <dgm:prSet/>
      <dgm:spPr/>
      <dgm:t>
        <a:bodyPr/>
        <a:lstStyle/>
        <a:p>
          <a:pPr>
            <a:defRPr cap="all"/>
          </a:pPr>
          <a:r>
            <a:rPr lang="en-US"/>
            <a:t>Persistence Layer saves updated profiles to disk</a:t>
          </a:r>
        </a:p>
      </dgm:t>
    </dgm:pt>
    <dgm:pt modelId="{C387F765-152A-4DD7-A08B-572DE941A8D9}" type="parTrans" cxnId="{96B71712-9F68-4A21-A6C7-3287CD2E3A3F}">
      <dgm:prSet/>
      <dgm:spPr/>
      <dgm:t>
        <a:bodyPr/>
        <a:lstStyle/>
        <a:p>
          <a:endParaRPr lang="en-US"/>
        </a:p>
      </dgm:t>
    </dgm:pt>
    <dgm:pt modelId="{B58649E1-87D9-4178-B258-B921AF4E8BA0}" type="sibTrans" cxnId="{96B71712-9F68-4A21-A6C7-3287CD2E3A3F}">
      <dgm:prSet/>
      <dgm:spPr/>
      <dgm:t>
        <a:bodyPr/>
        <a:lstStyle/>
        <a:p>
          <a:endParaRPr lang="en-US"/>
        </a:p>
      </dgm:t>
    </dgm:pt>
    <dgm:pt modelId="{51BBBCD9-B6EE-4856-9102-9E1D03348E02}" type="pres">
      <dgm:prSet presAssocID="{CADF9EB1-2D15-49DC-89D7-5BE6335526AD}" presName="root" presStyleCnt="0">
        <dgm:presLayoutVars>
          <dgm:dir/>
          <dgm:resizeHandles val="exact"/>
        </dgm:presLayoutVars>
      </dgm:prSet>
      <dgm:spPr/>
    </dgm:pt>
    <dgm:pt modelId="{BC24567E-DC41-4459-ACBD-D24F9D7B05F4}" type="pres">
      <dgm:prSet presAssocID="{FF98CA00-B0A5-49F3-BA81-0B423A524120}" presName="compNode" presStyleCnt="0"/>
      <dgm:spPr/>
    </dgm:pt>
    <dgm:pt modelId="{98FD0B3C-8DEB-4E8D-90AD-048DF86DFA44}" type="pres">
      <dgm:prSet presAssocID="{FF98CA00-B0A5-49F3-BA81-0B423A524120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3BA8712-393A-4F8E-BF8A-69186863D8B0}" type="pres">
      <dgm:prSet presAssocID="{FF98CA00-B0A5-49F3-BA81-0B423A5241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05E06EC-0835-4386-B876-3266D2DF1F06}" type="pres">
      <dgm:prSet presAssocID="{FF98CA00-B0A5-49F3-BA81-0B423A524120}" presName="spaceRect" presStyleCnt="0"/>
      <dgm:spPr/>
    </dgm:pt>
    <dgm:pt modelId="{8D3D1081-4651-49E9-92FA-0A3473AC4DF2}" type="pres">
      <dgm:prSet presAssocID="{FF98CA00-B0A5-49F3-BA81-0B423A524120}" presName="textRect" presStyleLbl="revTx" presStyleIdx="0" presStyleCnt="5">
        <dgm:presLayoutVars>
          <dgm:chMax val="1"/>
          <dgm:chPref val="1"/>
        </dgm:presLayoutVars>
      </dgm:prSet>
      <dgm:spPr/>
    </dgm:pt>
    <dgm:pt modelId="{85F23BE7-F53A-45BE-BD5A-078DE9F2D53C}" type="pres">
      <dgm:prSet presAssocID="{40B6822B-7187-4014-A1BE-4021DFF77B45}" presName="sibTrans" presStyleCnt="0"/>
      <dgm:spPr/>
    </dgm:pt>
    <dgm:pt modelId="{B0B88830-3497-4AEA-B923-5C42C203F36F}" type="pres">
      <dgm:prSet presAssocID="{2463DF8F-F394-4239-93A4-7777961399F2}" presName="compNode" presStyleCnt="0"/>
      <dgm:spPr/>
    </dgm:pt>
    <dgm:pt modelId="{6359E50C-9032-45BD-AEC4-CA3167BE69A6}" type="pres">
      <dgm:prSet presAssocID="{2463DF8F-F394-4239-93A4-7777961399F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0D0549A-49E3-48E4-B9F3-25F659526B62}" type="pres">
      <dgm:prSet presAssocID="{2463DF8F-F394-4239-93A4-7777961399F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D4E2D07-B561-4402-982F-9E2C93A07323}" type="pres">
      <dgm:prSet presAssocID="{2463DF8F-F394-4239-93A4-7777961399F2}" presName="spaceRect" presStyleCnt="0"/>
      <dgm:spPr/>
    </dgm:pt>
    <dgm:pt modelId="{EA1B1F8C-3973-472F-BA83-BD43553EF2C5}" type="pres">
      <dgm:prSet presAssocID="{2463DF8F-F394-4239-93A4-7777961399F2}" presName="textRect" presStyleLbl="revTx" presStyleIdx="1" presStyleCnt="5">
        <dgm:presLayoutVars>
          <dgm:chMax val="1"/>
          <dgm:chPref val="1"/>
        </dgm:presLayoutVars>
      </dgm:prSet>
      <dgm:spPr/>
    </dgm:pt>
    <dgm:pt modelId="{E50972E9-8378-4056-8725-6273A1891EEC}" type="pres">
      <dgm:prSet presAssocID="{0457F5FB-A7AF-41E1-A2DE-9A2BC0128703}" presName="sibTrans" presStyleCnt="0"/>
      <dgm:spPr/>
    </dgm:pt>
    <dgm:pt modelId="{710C8978-344C-4638-9CEB-DE9F327D99F5}" type="pres">
      <dgm:prSet presAssocID="{EB75F8F0-4CEE-420D-AF19-942567359799}" presName="compNode" presStyleCnt="0"/>
      <dgm:spPr/>
    </dgm:pt>
    <dgm:pt modelId="{333E3BCC-5B25-4C19-A692-C21DD39402C8}" type="pres">
      <dgm:prSet presAssocID="{EB75F8F0-4CEE-420D-AF19-94256735979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B6E9C19-5DC7-48FB-AFEA-E1EDD0393B59}" type="pres">
      <dgm:prSet presAssocID="{EB75F8F0-4CEE-420D-AF19-94256735979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BAA8CDE-9303-440A-B824-C81ACAE20274}" type="pres">
      <dgm:prSet presAssocID="{EB75F8F0-4CEE-420D-AF19-942567359799}" presName="spaceRect" presStyleCnt="0"/>
      <dgm:spPr/>
    </dgm:pt>
    <dgm:pt modelId="{A1AF70AD-AC9B-4275-9911-A0E13AF85703}" type="pres">
      <dgm:prSet presAssocID="{EB75F8F0-4CEE-420D-AF19-942567359799}" presName="textRect" presStyleLbl="revTx" presStyleIdx="2" presStyleCnt="5">
        <dgm:presLayoutVars>
          <dgm:chMax val="1"/>
          <dgm:chPref val="1"/>
        </dgm:presLayoutVars>
      </dgm:prSet>
      <dgm:spPr/>
    </dgm:pt>
    <dgm:pt modelId="{171F9D34-4885-4EEB-82D8-68AD0B6467F4}" type="pres">
      <dgm:prSet presAssocID="{AC207DFA-BC91-4495-A94B-32AA84F05615}" presName="sibTrans" presStyleCnt="0"/>
      <dgm:spPr/>
    </dgm:pt>
    <dgm:pt modelId="{CFE7990A-C987-471C-B4B0-F60E23942A5A}" type="pres">
      <dgm:prSet presAssocID="{813C3FC2-59D7-456A-8C1C-38A518C121BC}" presName="compNode" presStyleCnt="0"/>
      <dgm:spPr/>
    </dgm:pt>
    <dgm:pt modelId="{505D5FC4-BFD0-4FFE-A50A-1E9284169F07}" type="pres">
      <dgm:prSet presAssocID="{813C3FC2-59D7-456A-8C1C-38A518C121BC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03D2742-3C8F-4CFC-BDD2-62846911D506}" type="pres">
      <dgm:prSet presAssocID="{813C3FC2-59D7-456A-8C1C-38A518C121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8EC1EA4-5448-4740-A9DE-5B0212C1D578}" type="pres">
      <dgm:prSet presAssocID="{813C3FC2-59D7-456A-8C1C-38A518C121BC}" presName="spaceRect" presStyleCnt="0"/>
      <dgm:spPr/>
    </dgm:pt>
    <dgm:pt modelId="{A0AC6221-4E10-4111-A27F-F525C5B969C6}" type="pres">
      <dgm:prSet presAssocID="{813C3FC2-59D7-456A-8C1C-38A518C121BC}" presName="textRect" presStyleLbl="revTx" presStyleIdx="3" presStyleCnt="5">
        <dgm:presLayoutVars>
          <dgm:chMax val="1"/>
          <dgm:chPref val="1"/>
        </dgm:presLayoutVars>
      </dgm:prSet>
      <dgm:spPr/>
    </dgm:pt>
    <dgm:pt modelId="{5E9C845A-2F14-4B27-BA4A-3FE9AA422584}" type="pres">
      <dgm:prSet presAssocID="{725E51D5-E47E-450C-8975-C37D6A2A927C}" presName="sibTrans" presStyleCnt="0"/>
      <dgm:spPr/>
    </dgm:pt>
    <dgm:pt modelId="{D5E6D944-523D-443A-9437-FEE4C6BC5582}" type="pres">
      <dgm:prSet presAssocID="{12B4E36B-B490-4ED8-8029-13FF65537E80}" presName="compNode" presStyleCnt="0"/>
      <dgm:spPr/>
    </dgm:pt>
    <dgm:pt modelId="{C078E8F7-814D-46D1-94F9-53ABCB1F8200}" type="pres">
      <dgm:prSet presAssocID="{12B4E36B-B490-4ED8-8029-13FF65537E8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758C82B-1096-40BA-9A06-B4A4E03D2C6C}" type="pres">
      <dgm:prSet presAssocID="{12B4E36B-B490-4ED8-8029-13FF65537E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5BFC19C-5361-4FBE-8648-F9C9AE68A966}" type="pres">
      <dgm:prSet presAssocID="{12B4E36B-B490-4ED8-8029-13FF65537E80}" presName="spaceRect" presStyleCnt="0"/>
      <dgm:spPr/>
    </dgm:pt>
    <dgm:pt modelId="{3722D5AE-D4BF-4456-9BF0-2023E15CCF3E}" type="pres">
      <dgm:prSet presAssocID="{12B4E36B-B490-4ED8-8029-13FF65537E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6B71712-9F68-4A21-A6C7-3287CD2E3A3F}" srcId="{CADF9EB1-2D15-49DC-89D7-5BE6335526AD}" destId="{12B4E36B-B490-4ED8-8029-13FF65537E80}" srcOrd="4" destOrd="0" parTransId="{C387F765-152A-4DD7-A08B-572DE941A8D9}" sibTransId="{B58649E1-87D9-4178-B258-B921AF4E8BA0}"/>
    <dgm:cxn modelId="{0B88BA17-11F8-48D7-8B55-38F2D46BD39C}" type="presOf" srcId="{FF98CA00-B0A5-49F3-BA81-0B423A524120}" destId="{8D3D1081-4651-49E9-92FA-0A3473AC4DF2}" srcOrd="0" destOrd="0" presId="urn:microsoft.com/office/officeart/2018/5/layout/IconLeafLabelList"/>
    <dgm:cxn modelId="{CA3DCD2A-538C-4599-874F-62848A0670B3}" srcId="{CADF9EB1-2D15-49DC-89D7-5BE6335526AD}" destId="{2463DF8F-F394-4239-93A4-7777961399F2}" srcOrd="1" destOrd="0" parTransId="{845F09ED-7E1C-4F02-9F6A-85372E5AB052}" sibTransId="{0457F5FB-A7AF-41E1-A2DE-9A2BC0128703}"/>
    <dgm:cxn modelId="{14F8853C-5013-49C0-802D-5D35171E38F4}" type="presOf" srcId="{12B4E36B-B490-4ED8-8029-13FF65537E80}" destId="{3722D5AE-D4BF-4456-9BF0-2023E15CCF3E}" srcOrd="0" destOrd="0" presId="urn:microsoft.com/office/officeart/2018/5/layout/IconLeafLabelList"/>
    <dgm:cxn modelId="{8940925A-6EDA-4AE1-985B-CF4C93BCCF1D}" type="presOf" srcId="{CADF9EB1-2D15-49DC-89D7-5BE6335526AD}" destId="{51BBBCD9-B6EE-4856-9102-9E1D03348E02}" srcOrd="0" destOrd="0" presId="urn:microsoft.com/office/officeart/2018/5/layout/IconLeafLabelList"/>
    <dgm:cxn modelId="{EDB0F899-302F-4B7A-AA1E-7F4D57C2B20E}" srcId="{CADF9EB1-2D15-49DC-89D7-5BE6335526AD}" destId="{813C3FC2-59D7-456A-8C1C-38A518C121BC}" srcOrd="3" destOrd="0" parTransId="{26DA4E7C-AB72-42B0-AA45-305FA6AA18CF}" sibTransId="{725E51D5-E47E-450C-8975-C37D6A2A927C}"/>
    <dgm:cxn modelId="{E698FBA0-46CD-4D75-8B4A-C2238BE02119}" type="presOf" srcId="{2463DF8F-F394-4239-93A4-7777961399F2}" destId="{EA1B1F8C-3973-472F-BA83-BD43553EF2C5}" srcOrd="0" destOrd="0" presId="urn:microsoft.com/office/officeart/2018/5/layout/IconLeafLabelList"/>
    <dgm:cxn modelId="{98B334D2-4370-4680-8C60-8092A551CCD4}" type="presOf" srcId="{EB75F8F0-4CEE-420D-AF19-942567359799}" destId="{A1AF70AD-AC9B-4275-9911-A0E13AF85703}" srcOrd="0" destOrd="0" presId="urn:microsoft.com/office/officeart/2018/5/layout/IconLeafLabelList"/>
    <dgm:cxn modelId="{1276B0D4-68F6-4328-8586-C2E54981DC7F}" srcId="{CADF9EB1-2D15-49DC-89D7-5BE6335526AD}" destId="{EB75F8F0-4CEE-420D-AF19-942567359799}" srcOrd="2" destOrd="0" parTransId="{E14ED9E4-FDD9-456C-9C44-373926052639}" sibTransId="{AC207DFA-BC91-4495-A94B-32AA84F05615}"/>
    <dgm:cxn modelId="{F15F1BDC-AE5D-476D-A95D-A8B859B2B16A}" srcId="{CADF9EB1-2D15-49DC-89D7-5BE6335526AD}" destId="{FF98CA00-B0A5-49F3-BA81-0B423A524120}" srcOrd="0" destOrd="0" parTransId="{ECB901AE-57A4-424F-BE5D-56A751806218}" sibTransId="{40B6822B-7187-4014-A1BE-4021DFF77B45}"/>
    <dgm:cxn modelId="{3A2F92E7-0FAE-4DA1-BBCF-4767C7E442B7}" type="presOf" srcId="{813C3FC2-59D7-456A-8C1C-38A518C121BC}" destId="{A0AC6221-4E10-4111-A27F-F525C5B969C6}" srcOrd="0" destOrd="0" presId="urn:microsoft.com/office/officeart/2018/5/layout/IconLeafLabelList"/>
    <dgm:cxn modelId="{D7E00C26-474A-4279-8846-A7DEB1DD7535}" type="presParOf" srcId="{51BBBCD9-B6EE-4856-9102-9E1D03348E02}" destId="{BC24567E-DC41-4459-ACBD-D24F9D7B05F4}" srcOrd="0" destOrd="0" presId="urn:microsoft.com/office/officeart/2018/5/layout/IconLeafLabelList"/>
    <dgm:cxn modelId="{4B7D15D6-04F6-45B1-BAC8-5C4C8F87227C}" type="presParOf" srcId="{BC24567E-DC41-4459-ACBD-D24F9D7B05F4}" destId="{98FD0B3C-8DEB-4E8D-90AD-048DF86DFA44}" srcOrd="0" destOrd="0" presId="urn:microsoft.com/office/officeart/2018/5/layout/IconLeafLabelList"/>
    <dgm:cxn modelId="{79590EC8-0666-4A9E-B902-B10C579D9AA6}" type="presParOf" srcId="{BC24567E-DC41-4459-ACBD-D24F9D7B05F4}" destId="{B3BA8712-393A-4F8E-BF8A-69186863D8B0}" srcOrd="1" destOrd="0" presId="urn:microsoft.com/office/officeart/2018/5/layout/IconLeafLabelList"/>
    <dgm:cxn modelId="{E4C86884-BAE9-4929-9B71-22FC1512D874}" type="presParOf" srcId="{BC24567E-DC41-4459-ACBD-D24F9D7B05F4}" destId="{305E06EC-0835-4386-B876-3266D2DF1F06}" srcOrd="2" destOrd="0" presId="urn:microsoft.com/office/officeart/2018/5/layout/IconLeafLabelList"/>
    <dgm:cxn modelId="{B73E88B0-878A-45BC-AB91-71B3AB799FC2}" type="presParOf" srcId="{BC24567E-DC41-4459-ACBD-D24F9D7B05F4}" destId="{8D3D1081-4651-49E9-92FA-0A3473AC4DF2}" srcOrd="3" destOrd="0" presId="urn:microsoft.com/office/officeart/2018/5/layout/IconLeafLabelList"/>
    <dgm:cxn modelId="{113865DA-5BAE-41C1-993E-5B47B63DE47A}" type="presParOf" srcId="{51BBBCD9-B6EE-4856-9102-9E1D03348E02}" destId="{85F23BE7-F53A-45BE-BD5A-078DE9F2D53C}" srcOrd="1" destOrd="0" presId="urn:microsoft.com/office/officeart/2018/5/layout/IconLeafLabelList"/>
    <dgm:cxn modelId="{9F1337DF-ACCB-4E63-AC3C-5E0FF88296B4}" type="presParOf" srcId="{51BBBCD9-B6EE-4856-9102-9E1D03348E02}" destId="{B0B88830-3497-4AEA-B923-5C42C203F36F}" srcOrd="2" destOrd="0" presId="urn:microsoft.com/office/officeart/2018/5/layout/IconLeafLabelList"/>
    <dgm:cxn modelId="{88A9CB76-0B2F-429B-B45F-CFFBFF9AA8C2}" type="presParOf" srcId="{B0B88830-3497-4AEA-B923-5C42C203F36F}" destId="{6359E50C-9032-45BD-AEC4-CA3167BE69A6}" srcOrd="0" destOrd="0" presId="urn:microsoft.com/office/officeart/2018/5/layout/IconLeafLabelList"/>
    <dgm:cxn modelId="{A106AA58-C015-41BE-B92E-F8BBEF509319}" type="presParOf" srcId="{B0B88830-3497-4AEA-B923-5C42C203F36F}" destId="{B0D0549A-49E3-48E4-B9F3-25F659526B62}" srcOrd="1" destOrd="0" presId="urn:microsoft.com/office/officeart/2018/5/layout/IconLeafLabelList"/>
    <dgm:cxn modelId="{9D1796D3-38BD-4823-8C46-B17458B4E898}" type="presParOf" srcId="{B0B88830-3497-4AEA-B923-5C42C203F36F}" destId="{6D4E2D07-B561-4402-982F-9E2C93A07323}" srcOrd="2" destOrd="0" presId="urn:microsoft.com/office/officeart/2018/5/layout/IconLeafLabelList"/>
    <dgm:cxn modelId="{97A02DF7-52EC-4C6D-A898-1E36B6F429D0}" type="presParOf" srcId="{B0B88830-3497-4AEA-B923-5C42C203F36F}" destId="{EA1B1F8C-3973-472F-BA83-BD43553EF2C5}" srcOrd="3" destOrd="0" presId="urn:microsoft.com/office/officeart/2018/5/layout/IconLeafLabelList"/>
    <dgm:cxn modelId="{724F4EF1-68BB-4A42-AE4B-AD9E72E4EA74}" type="presParOf" srcId="{51BBBCD9-B6EE-4856-9102-9E1D03348E02}" destId="{E50972E9-8378-4056-8725-6273A1891EEC}" srcOrd="3" destOrd="0" presId="urn:microsoft.com/office/officeart/2018/5/layout/IconLeafLabelList"/>
    <dgm:cxn modelId="{D03BD378-CAF0-4065-A109-B83C622A911C}" type="presParOf" srcId="{51BBBCD9-B6EE-4856-9102-9E1D03348E02}" destId="{710C8978-344C-4638-9CEB-DE9F327D99F5}" srcOrd="4" destOrd="0" presId="urn:microsoft.com/office/officeart/2018/5/layout/IconLeafLabelList"/>
    <dgm:cxn modelId="{4FCF9299-01F4-4094-A4D4-4401DE8C23DA}" type="presParOf" srcId="{710C8978-344C-4638-9CEB-DE9F327D99F5}" destId="{333E3BCC-5B25-4C19-A692-C21DD39402C8}" srcOrd="0" destOrd="0" presId="urn:microsoft.com/office/officeart/2018/5/layout/IconLeafLabelList"/>
    <dgm:cxn modelId="{443D1414-0A23-49EA-8E48-CABF349D8201}" type="presParOf" srcId="{710C8978-344C-4638-9CEB-DE9F327D99F5}" destId="{9B6E9C19-5DC7-48FB-AFEA-E1EDD0393B59}" srcOrd="1" destOrd="0" presId="urn:microsoft.com/office/officeart/2018/5/layout/IconLeafLabelList"/>
    <dgm:cxn modelId="{EE31B4B7-A0C9-4745-8BCE-9151F4D05D68}" type="presParOf" srcId="{710C8978-344C-4638-9CEB-DE9F327D99F5}" destId="{4BAA8CDE-9303-440A-B824-C81ACAE20274}" srcOrd="2" destOrd="0" presId="urn:microsoft.com/office/officeart/2018/5/layout/IconLeafLabelList"/>
    <dgm:cxn modelId="{ABEB30E1-ECE1-4710-8A96-EE460716FFDF}" type="presParOf" srcId="{710C8978-344C-4638-9CEB-DE9F327D99F5}" destId="{A1AF70AD-AC9B-4275-9911-A0E13AF85703}" srcOrd="3" destOrd="0" presId="urn:microsoft.com/office/officeart/2018/5/layout/IconLeafLabelList"/>
    <dgm:cxn modelId="{CFF4BBD2-CE2D-43F2-82E0-ACF6E5FDDAAC}" type="presParOf" srcId="{51BBBCD9-B6EE-4856-9102-9E1D03348E02}" destId="{171F9D34-4885-4EEB-82D8-68AD0B6467F4}" srcOrd="5" destOrd="0" presId="urn:microsoft.com/office/officeart/2018/5/layout/IconLeafLabelList"/>
    <dgm:cxn modelId="{4456E4F4-B389-42C6-998F-C2FA82812DC9}" type="presParOf" srcId="{51BBBCD9-B6EE-4856-9102-9E1D03348E02}" destId="{CFE7990A-C987-471C-B4B0-F60E23942A5A}" srcOrd="6" destOrd="0" presId="urn:microsoft.com/office/officeart/2018/5/layout/IconLeafLabelList"/>
    <dgm:cxn modelId="{B3F4004C-6667-48CA-B33D-2B3A5195E35C}" type="presParOf" srcId="{CFE7990A-C987-471C-B4B0-F60E23942A5A}" destId="{505D5FC4-BFD0-4FFE-A50A-1E9284169F07}" srcOrd="0" destOrd="0" presId="urn:microsoft.com/office/officeart/2018/5/layout/IconLeafLabelList"/>
    <dgm:cxn modelId="{3BB383E6-47DF-4FFA-A6FD-C4CB9C89C24E}" type="presParOf" srcId="{CFE7990A-C987-471C-B4B0-F60E23942A5A}" destId="{E03D2742-3C8F-4CFC-BDD2-62846911D506}" srcOrd="1" destOrd="0" presId="urn:microsoft.com/office/officeart/2018/5/layout/IconLeafLabelList"/>
    <dgm:cxn modelId="{397BAB0C-5309-4BEE-8AAB-7B0D027055CF}" type="presParOf" srcId="{CFE7990A-C987-471C-B4B0-F60E23942A5A}" destId="{18EC1EA4-5448-4740-A9DE-5B0212C1D578}" srcOrd="2" destOrd="0" presId="urn:microsoft.com/office/officeart/2018/5/layout/IconLeafLabelList"/>
    <dgm:cxn modelId="{E7144DB6-B34A-4123-B680-53D056A0AB88}" type="presParOf" srcId="{CFE7990A-C987-471C-B4B0-F60E23942A5A}" destId="{A0AC6221-4E10-4111-A27F-F525C5B969C6}" srcOrd="3" destOrd="0" presId="urn:microsoft.com/office/officeart/2018/5/layout/IconLeafLabelList"/>
    <dgm:cxn modelId="{18564C7F-D3A0-4446-A4C2-3577679666D3}" type="presParOf" srcId="{51BBBCD9-B6EE-4856-9102-9E1D03348E02}" destId="{5E9C845A-2F14-4B27-BA4A-3FE9AA422584}" srcOrd="7" destOrd="0" presId="urn:microsoft.com/office/officeart/2018/5/layout/IconLeafLabelList"/>
    <dgm:cxn modelId="{C953E2F7-7DCA-4CB0-86A6-1E1E5DCE030F}" type="presParOf" srcId="{51BBBCD9-B6EE-4856-9102-9E1D03348E02}" destId="{D5E6D944-523D-443A-9437-FEE4C6BC5582}" srcOrd="8" destOrd="0" presId="urn:microsoft.com/office/officeart/2018/5/layout/IconLeafLabelList"/>
    <dgm:cxn modelId="{A68ED611-1277-46AD-8E13-599A9D9E66D4}" type="presParOf" srcId="{D5E6D944-523D-443A-9437-FEE4C6BC5582}" destId="{C078E8F7-814D-46D1-94F9-53ABCB1F8200}" srcOrd="0" destOrd="0" presId="urn:microsoft.com/office/officeart/2018/5/layout/IconLeafLabelList"/>
    <dgm:cxn modelId="{07BE19D5-77B5-459E-8A26-2158A46990EC}" type="presParOf" srcId="{D5E6D944-523D-443A-9437-FEE4C6BC5582}" destId="{B758C82B-1096-40BA-9A06-B4A4E03D2C6C}" srcOrd="1" destOrd="0" presId="urn:microsoft.com/office/officeart/2018/5/layout/IconLeafLabelList"/>
    <dgm:cxn modelId="{79F5A1B7-61AA-4087-A1B3-A46E465B9897}" type="presParOf" srcId="{D5E6D944-523D-443A-9437-FEE4C6BC5582}" destId="{15BFC19C-5361-4FBE-8648-F9C9AE68A966}" srcOrd="2" destOrd="0" presId="urn:microsoft.com/office/officeart/2018/5/layout/IconLeafLabelList"/>
    <dgm:cxn modelId="{671B12C8-DCD2-40FE-ABBB-DC2E9B8EB474}" type="presParOf" srcId="{D5E6D944-523D-443A-9437-FEE4C6BC5582}" destId="{3722D5AE-D4BF-4456-9BF0-2023E15CCF3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4FC837-D7AA-4228-8D1D-63DC1F8207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7F3E0E0-FDA0-48CA-8BEE-3A55521100E0}">
      <dgm:prSet/>
      <dgm:spPr/>
      <dgm:t>
        <a:bodyPr/>
        <a:lstStyle/>
        <a:p>
          <a:r>
            <a:rPr lang="en-US"/>
            <a:t>6×7 board implemented using two-dimensional arrays</a:t>
          </a:r>
        </a:p>
      </dgm:t>
    </dgm:pt>
    <dgm:pt modelId="{4320839B-3061-4665-92E9-5A4D30A3A749}" type="parTrans" cxnId="{D3F07E64-C4A0-4DDB-926A-16A5011EE22B}">
      <dgm:prSet/>
      <dgm:spPr/>
      <dgm:t>
        <a:bodyPr/>
        <a:lstStyle/>
        <a:p>
          <a:endParaRPr lang="en-US"/>
        </a:p>
      </dgm:t>
    </dgm:pt>
    <dgm:pt modelId="{10A54E3C-3824-48E9-AA88-B655A268D9AF}" type="sibTrans" cxnId="{D3F07E64-C4A0-4DDB-926A-16A5011EE22B}">
      <dgm:prSet/>
      <dgm:spPr/>
      <dgm:t>
        <a:bodyPr/>
        <a:lstStyle/>
        <a:p>
          <a:endParaRPr lang="en-US"/>
        </a:p>
      </dgm:t>
    </dgm:pt>
    <dgm:pt modelId="{A1077638-9779-42AC-B76E-D67BB5376B3F}">
      <dgm:prSet/>
      <dgm:spPr/>
      <dgm:t>
        <a:bodyPr/>
        <a:lstStyle/>
        <a:p>
          <a:r>
            <a:rPr lang="en-US"/>
            <a:t>Gravity-based placement ensures correct disc behavior</a:t>
          </a:r>
        </a:p>
      </dgm:t>
    </dgm:pt>
    <dgm:pt modelId="{EAA7963D-97C2-4745-BA7D-D5C009FEAE00}" type="parTrans" cxnId="{D02500D7-0593-489D-95AA-5F30573A9B08}">
      <dgm:prSet/>
      <dgm:spPr/>
      <dgm:t>
        <a:bodyPr/>
        <a:lstStyle/>
        <a:p>
          <a:endParaRPr lang="en-US"/>
        </a:p>
      </dgm:t>
    </dgm:pt>
    <dgm:pt modelId="{0C943647-503E-4040-8330-E7379D210EB7}" type="sibTrans" cxnId="{D02500D7-0593-489D-95AA-5F30573A9B08}">
      <dgm:prSet/>
      <dgm:spPr/>
      <dgm:t>
        <a:bodyPr/>
        <a:lstStyle/>
        <a:p>
          <a:endParaRPr lang="en-US"/>
        </a:p>
      </dgm:t>
    </dgm:pt>
    <dgm:pt modelId="{02F68999-CCB3-4B4C-B9E2-3718FC7DA9FA}">
      <dgm:prSet/>
      <dgm:spPr/>
      <dgm:t>
        <a:bodyPr/>
        <a:lstStyle/>
        <a:p>
          <a:r>
            <a:rPr lang="en-US"/>
            <a:t>Win detection checks horizontal, vertical, and diagonal patterns</a:t>
          </a:r>
        </a:p>
      </dgm:t>
    </dgm:pt>
    <dgm:pt modelId="{0138A563-AC7C-4DE9-8293-A0BBCEDC85AE}" type="parTrans" cxnId="{25EFCA62-51BE-4D14-A9D1-C503433B39BF}">
      <dgm:prSet/>
      <dgm:spPr/>
      <dgm:t>
        <a:bodyPr/>
        <a:lstStyle/>
        <a:p>
          <a:endParaRPr lang="en-US"/>
        </a:p>
      </dgm:t>
    </dgm:pt>
    <dgm:pt modelId="{9A0042C9-250B-43DC-B3AD-11254FB27BED}" type="sibTrans" cxnId="{25EFCA62-51BE-4D14-A9D1-C503433B39BF}">
      <dgm:prSet/>
      <dgm:spPr/>
      <dgm:t>
        <a:bodyPr/>
        <a:lstStyle/>
        <a:p>
          <a:endParaRPr lang="en-US"/>
        </a:p>
      </dgm:t>
    </dgm:pt>
    <dgm:pt modelId="{9B244E2B-E0E5-4C7D-8759-22F7227121DA}">
      <dgm:prSet/>
      <dgm:spPr/>
      <dgm:t>
        <a:bodyPr/>
        <a:lstStyle/>
        <a:p>
          <a:r>
            <a:rPr lang="en-US"/>
            <a:t>Undo implemented with stack for constant-time reversal</a:t>
          </a:r>
        </a:p>
      </dgm:t>
    </dgm:pt>
    <dgm:pt modelId="{827299CE-81EA-46D1-B7C5-55EF76774BE3}" type="parTrans" cxnId="{4D0DF370-3947-47CB-BD11-88739FEE2711}">
      <dgm:prSet/>
      <dgm:spPr/>
      <dgm:t>
        <a:bodyPr/>
        <a:lstStyle/>
        <a:p>
          <a:endParaRPr lang="en-US"/>
        </a:p>
      </dgm:t>
    </dgm:pt>
    <dgm:pt modelId="{6320634E-FAF9-4A8E-A04A-EEC894683B09}" type="sibTrans" cxnId="{4D0DF370-3947-47CB-BD11-88739FEE2711}">
      <dgm:prSet/>
      <dgm:spPr/>
      <dgm:t>
        <a:bodyPr/>
        <a:lstStyle/>
        <a:p>
          <a:endParaRPr lang="en-US"/>
        </a:p>
      </dgm:t>
    </dgm:pt>
    <dgm:pt modelId="{25A40676-6DC0-49DA-899C-8F35D736AAAE}" type="pres">
      <dgm:prSet presAssocID="{E14FC837-D7AA-4228-8D1D-63DC1F8207C0}" presName="root" presStyleCnt="0">
        <dgm:presLayoutVars>
          <dgm:dir/>
          <dgm:resizeHandles val="exact"/>
        </dgm:presLayoutVars>
      </dgm:prSet>
      <dgm:spPr/>
    </dgm:pt>
    <dgm:pt modelId="{49F38273-FCB1-4728-B562-1D34FB95C2DD}" type="pres">
      <dgm:prSet presAssocID="{F7F3E0E0-FDA0-48CA-8BEE-3A55521100E0}" presName="compNode" presStyleCnt="0"/>
      <dgm:spPr/>
    </dgm:pt>
    <dgm:pt modelId="{3C81D309-6AAB-4241-B331-6921BE7CC7DC}" type="pres">
      <dgm:prSet presAssocID="{F7F3E0E0-FDA0-48CA-8BEE-3A55521100E0}" presName="bgRect" presStyleLbl="bgShp" presStyleIdx="0" presStyleCnt="4"/>
      <dgm:spPr/>
    </dgm:pt>
    <dgm:pt modelId="{C394A71C-8801-45AE-99B8-15238083DE42}" type="pres">
      <dgm:prSet presAssocID="{F7F3E0E0-FDA0-48CA-8BEE-3A55521100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E9B126F-CCC3-4015-97B2-1D9052EFB9A4}" type="pres">
      <dgm:prSet presAssocID="{F7F3E0E0-FDA0-48CA-8BEE-3A55521100E0}" presName="spaceRect" presStyleCnt="0"/>
      <dgm:spPr/>
    </dgm:pt>
    <dgm:pt modelId="{58E030E7-6289-4B34-89F2-42827B86DF8D}" type="pres">
      <dgm:prSet presAssocID="{F7F3E0E0-FDA0-48CA-8BEE-3A55521100E0}" presName="parTx" presStyleLbl="revTx" presStyleIdx="0" presStyleCnt="4">
        <dgm:presLayoutVars>
          <dgm:chMax val="0"/>
          <dgm:chPref val="0"/>
        </dgm:presLayoutVars>
      </dgm:prSet>
      <dgm:spPr/>
    </dgm:pt>
    <dgm:pt modelId="{EFE029E6-E534-4017-A5C0-C4D84BE67624}" type="pres">
      <dgm:prSet presAssocID="{10A54E3C-3824-48E9-AA88-B655A268D9AF}" presName="sibTrans" presStyleCnt="0"/>
      <dgm:spPr/>
    </dgm:pt>
    <dgm:pt modelId="{28CCF148-6C72-4458-90D6-C3D3CAF1419E}" type="pres">
      <dgm:prSet presAssocID="{A1077638-9779-42AC-B76E-D67BB5376B3F}" presName="compNode" presStyleCnt="0"/>
      <dgm:spPr/>
    </dgm:pt>
    <dgm:pt modelId="{54017688-9FA6-4103-B9D5-FC009E71D965}" type="pres">
      <dgm:prSet presAssocID="{A1077638-9779-42AC-B76E-D67BB5376B3F}" presName="bgRect" presStyleLbl="bgShp" presStyleIdx="1" presStyleCnt="4"/>
      <dgm:spPr/>
    </dgm:pt>
    <dgm:pt modelId="{94995848-04F8-4C96-9965-EE4B9EA0444B}" type="pres">
      <dgm:prSet presAssocID="{A1077638-9779-42AC-B76E-D67BB5376B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C0BA760B-7364-4FAD-9CE9-D4F960324A17}" type="pres">
      <dgm:prSet presAssocID="{A1077638-9779-42AC-B76E-D67BB5376B3F}" presName="spaceRect" presStyleCnt="0"/>
      <dgm:spPr/>
    </dgm:pt>
    <dgm:pt modelId="{E58F4B07-D5D2-4A25-B019-FA132F81E783}" type="pres">
      <dgm:prSet presAssocID="{A1077638-9779-42AC-B76E-D67BB5376B3F}" presName="parTx" presStyleLbl="revTx" presStyleIdx="1" presStyleCnt="4">
        <dgm:presLayoutVars>
          <dgm:chMax val="0"/>
          <dgm:chPref val="0"/>
        </dgm:presLayoutVars>
      </dgm:prSet>
      <dgm:spPr/>
    </dgm:pt>
    <dgm:pt modelId="{91E479E6-49FE-483F-AECF-23688BFC2298}" type="pres">
      <dgm:prSet presAssocID="{0C943647-503E-4040-8330-E7379D210EB7}" presName="sibTrans" presStyleCnt="0"/>
      <dgm:spPr/>
    </dgm:pt>
    <dgm:pt modelId="{6104FDDC-028E-4637-9036-FEA22FDB1D1F}" type="pres">
      <dgm:prSet presAssocID="{02F68999-CCB3-4B4C-B9E2-3718FC7DA9FA}" presName="compNode" presStyleCnt="0"/>
      <dgm:spPr/>
    </dgm:pt>
    <dgm:pt modelId="{E36E0274-4955-4BFB-BD2D-4BAC7595DB56}" type="pres">
      <dgm:prSet presAssocID="{02F68999-CCB3-4B4C-B9E2-3718FC7DA9FA}" presName="bgRect" presStyleLbl="bgShp" presStyleIdx="2" presStyleCnt="4"/>
      <dgm:spPr/>
    </dgm:pt>
    <dgm:pt modelId="{50F0C043-8F6B-455A-BA1F-E3AEE1A18FB6}" type="pres">
      <dgm:prSet presAssocID="{02F68999-CCB3-4B4C-B9E2-3718FC7DA9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EB723EB-0E10-481A-B06B-F4043879D0B3}" type="pres">
      <dgm:prSet presAssocID="{02F68999-CCB3-4B4C-B9E2-3718FC7DA9FA}" presName="spaceRect" presStyleCnt="0"/>
      <dgm:spPr/>
    </dgm:pt>
    <dgm:pt modelId="{72F13207-5AEA-4C03-8F23-2FB77992391B}" type="pres">
      <dgm:prSet presAssocID="{02F68999-CCB3-4B4C-B9E2-3718FC7DA9FA}" presName="parTx" presStyleLbl="revTx" presStyleIdx="2" presStyleCnt="4">
        <dgm:presLayoutVars>
          <dgm:chMax val="0"/>
          <dgm:chPref val="0"/>
        </dgm:presLayoutVars>
      </dgm:prSet>
      <dgm:spPr/>
    </dgm:pt>
    <dgm:pt modelId="{5E1BD6E1-C2DD-47D9-9646-6FC601C9F7B2}" type="pres">
      <dgm:prSet presAssocID="{9A0042C9-250B-43DC-B3AD-11254FB27BED}" presName="sibTrans" presStyleCnt="0"/>
      <dgm:spPr/>
    </dgm:pt>
    <dgm:pt modelId="{5945C124-320F-4058-88D6-94E48D722E04}" type="pres">
      <dgm:prSet presAssocID="{9B244E2B-E0E5-4C7D-8759-22F7227121DA}" presName="compNode" presStyleCnt="0"/>
      <dgm:spPr/>
    </dgm:pt>
    <dgm:pt modelId="{793C4015-0051-404A-8564-CB1E6B05EC50}" type="pres">
      <dgm:prSet presAssocID="{9B244E2B-E0E5-4C7D-8759-22F7227121DA}" presName="bgRect" presStyleLbl="bgShp" presStyleIdx="3" presStyleCnt="4"/>
      <dgm:spPr/>
    </dgm:pt>
    <dgm:pt modelId="{6345529D-1E1D-4E75-A41D-B9AF2E61E203}" type="pres">
      <dgm:prSet presAssocID="{9B244E2B-E0E5-4C7D-8759-22F7227121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F19BEDEE-C7E0-46DF-A960-54900D7F45F9}" type="pres">
      <dgm:prSet presAssocID="{9B244E2B-E0E5-4C7D-8759-22F7227121DA}" presName="spaceRect" presStyleCnt="0"/>
      <dgm:spPr/>
    </dgm:pt>
    <dgm:pt modelId="{743D9FD1-555F-40BB-AA6A-BC3169FE3403}" type="pres">
      <dgm:prSet presAssocID="{9B244E2B-E0E5-4C7D-8759-22F7227121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A05875B-B15D-4EE9-9A83-271013C19B31}" type="presOf" srcId="{9B244E2B-E0E5-4C7D-8759-22F7227121DA}" destId="{743D9FD1-555F-40BB-AA6A-BC3169FE3403}" srcOrd="0" destOrd="0" presId="urn:microsoft.com/office/officeart/2018/2/layout/IconVerticalSolidList"/>
    <dgm:cxn modelId="{25EFCA62-51BE-4D14-A9D1-C503433B39BF}" srcId="{E14FC837-D7AA-4228-8D1D-63DC1F8207C0}" destId="{02F68999-CCB3-4B4C-B9E2-3718FC7DA9FA}" srcOrd="2" destOrd="0" parTransId="{0138A563-AC7C-4DE9-8293-A0BBCEDC85AE}" sibTransId="{9A0042C9-250B-43DC-B3AD-11254FB27BED}"/>
    <dgm:cxn modelId="{D3F07E64-C4A0-4DDB-926A-16A5011EE22B}" srcId="{E14FC837-D7AA-4228-8D1D-63DC1F8207C0}" destId="{F7F3E0E0-FDA0-48CA-8BEE-3A55521100E0}" srcOrd="0" destOrd="0" parTransId="{4320839B-3061-4665-92E9-5A4D30A3A749}" sibTransId="{10A54E3C-3824-48E9-AA88-B655A268D9AF}"/>
    <dgm:cxn modelId="{6EBD176A-F8B4-4DB4-9216-C6C033CBFB35}" type="presOf" srcId="{E14FC837-D7AA-4228-8D1D-63DC1F8207C0}" destId="{25A40676-6DC0-49DA-899C-8F35D736AAAE}" srcOrd="0" destOrd="0" presId="urn:microsoft.com/office/officeart/2018/2/layout/IconVerticalSolidList"/>
    <dgm:cxn modelId="{6587246B-257D-418A-8B5A-22601E6A767B}" type="presOf" srcId="{A1077638-9779-42AC-B76E-D67BB5376B3F}" destId="{E58F4B07-D5D2-4A25-B019-FA132F81E783}" srcOrd="0" destOrd="0" presId="urn:microsoft.com/office/officeart/2018/2/layout/IconVerticalSolidList"/>
    <dgm:cxn modelId="{4D0DF370-3947-47CB-BD11-88739FEE2711}" srcId="{E14FC837-D7AA-4228-8D1D-63DC1F8207C0}" destId="{9B244E2B-E0E5-4C7D-8759-22F7227121DA}" srcOrd="3" destOrd="0" parTransId="{827299CE-81EA-46D1-B7C5-55EF76774BE3}" sibTransId="{6320634E-FAF9-4A8E-A04A-EEC894683B09}"/>
    <dgm:cxn modelId="{961990B5-A025-4493-B15F-A38B0A88C055}" type="presOf" srcId="{F7F3E0E0-FDA0-48CA-8BEE-3A55521100E0}" destId="{58E030E7-6289-4B34-89F2-42827B86DF8D}" srcOrd="0" destOrd="0" presId="urn:microsoft.com/office/officeart/2018/2/layout/IconVerticalSolidList"/>
    <dgm:cxn modelId="{D02500D7-0593-489D-95AA-5F30573A9B08}" srcId="{E14FC837-D7AA-4228-8D1D-63DC1F8207C0}" destId="{A1077638-9779-42AC-B76E-D67BB5376B3F}" srcOrd="1" destOrd="0" parTransId="{EAA7963D-97C2-4745-BA7D-D5C009FEAE00}" sibTransId="{0C943647-503E-4040-8330-E7379D210EB7}"/>
    <dgm:cxn modelId="{BD4234DA-C04D-4096-A931-3A950EEE1760}" type="presOf" srcId="{02F68999-CCB3-4B4C-B9E2-3718FC7DA9FA}" destId="{72F13207-5AEA-4C03-8F23-2FB77992391B}" srcOrd="0" destOrd="0" presId="urn:microsoft.com/office/officeart/2018/2/layout/IconVerticalSolidList"/>
    <dgm:cxn modelId="{A3A4AD3F-85A0-4EB6-8077-B36628A6E649}" type="presParOf" srcId="{25A40676-6DC0-49DA-899C-8F35D736AAAE}" destId="{49F38273-FCB1-4728-B562-1D34FB95C2DD}" srcOrd="0" destOrd="0" presId="urn:microsoft.com/office/officeart/2018/2/layout/IconVerticalSolidList"/>
    <dgm:cxn modelId="{CCA6DBA7-EA7E-40BA-8B5F-28F67B81A336}" type="presParOf" srcId="{49F38273-FCB1-4728-B562-1D34FB95C2DD}" destId="{3C81D309-6AAB-4241-B331-6921BE7CC7DC}" srcOrd="0" destOrd="0" presId="urn:microsoft.com/office/officeart/2018/2/layout/IconVerticalSolidList"/>
    <dgm:cxn modelId="{C5D38274-7E94-46D6-AE5E-6B5D32B71808}" type="presParOf" srcId="{49F38273-FCB1-4728-B562-1D34FB95C2DD}" destId="{C394A71C-8801-45AE-99B8-15238083DE42}" srcOrd="1" destOrd="0" presId="urn:microsoft.com/office/officeart/2018/2/layout/IconVerticalSolidList"/>
    <dgm:cxn modelId="{4E6EBADB-DBEF-4994-A852-47711648ED6B}" type="presParOf" srcId="{49F38273-FCB1-4728-B562-1D34FB95C2DD}" destId="{AE9B126F-CCC3-4015-97B2-1D9052EFB9A4}" srcOrd="2" destOrd="0" presId="urn:microsoft.com/office/officeart/2018/2/layout/IconVerticalSolidList"/>
    <dgm:cxn modelId="{505A27BB-BAAC-4F9E-BE50-A9254B0E4E46}" type="presParOf" srcId="{49F38273-FCB1-4728-B562-1D34FB95C2DD}" destId="{58E030E7-6289-4B34-89F2-42827B86DF8D}" srcOrd="3" destOrd="0" presId="urn:microsoft.com/office/officeart/2018/2/layout/IconVerticalSolidList"/>
    <dgm:cxn modelId="{AA12E747-F451-4FEB-B0BD-4973F25F27F7}" type="presParOf" srcId="{25A40676-6DC0-49DA-899C-8F35D736AAAE}" destId="{EFE029E6-E534-4017-A5C0-C4D84BE67624}" srcOrd="1" destOrd="0" presId="urn:microsoft.com/office/officeart/2018/2/layout/IconVerticalSolidList"/>
    <dgm:cxn modelId="{305F310C-7CCD-4972-8443-DC0CBF435E97}" type="presParOf" srcId="{25A40676-6DC0-49DA-899C-8F35D736AAAE}" destId="{28CCF148-6C72-4458-90D6-C3D3CAF1419E}" srcOrd="2" destOrd="0" presId="urn:microsoft.com/office/officeart/2018/2/layout/IconVerticalSolidList"/>
    <dgm:cxn modelId="{D38C8CF8-9EDE-4552-9F93-668A217DCCB0}" type="presParOf" srcId="{28CCF148-6C72-4458-90D6-C3D3CAF1419E}" destId="{54017688-9FA6-4103-B9D5-FC009E71D965}" srcOrd="0" destOrd="0" presId="urn:microsoft.com/office/officeart/2018/2/layout/IconVerticalSolidList"/>
    <dgm:cxn modelId="{1DFE6A62-B55E-43CB-B70A-950FD25B6164}" type="presParOf" srcId="{28CCF148-6C72-4458-90D6-C3D3CAF1419E}" destId="{94995848-04F8-4C96-9965-EE4B9EA0444B}" srcOrd="1" destOrd="0" presId="urn:microsoft.com/office/officeart/2018/2/layout/IconVerticalSolidList"/>
    <dgm:cxn modelId="{B4BBE141-A19A-42B4-BF35-10A1DAC7F33E}" type="presParOf" srcId="{28CCF148-6C72-4458-90D6-C3D3CAF1419E}" destId="{C0BA760B-7364-4FAD-9CE9-D4F960324A17}" srcOrd="2" destOrd="0" presId="urn:microsoft.com/office/officeart/2018/2/layout/IconVerticalSolidList"/>
    <dgm:cxn modelId="{41CD39F4-0AD1-4DAD-B3AF-8EBC3BE8062C}" type="presParOf" srcId="{28CCF148-6C72-4458-90D6-C3D3CAF1419E}" destId="{E58F4B07-D5D2-4A25-B019-FA132F81E783}" srcOrd="3" destOrd="0" presId="urn:microsoft.com/office/officeart/2018/2/layout/IconVerticalSolidList"/>
    <dgm:cxn modelId="{DB518DDB-F6A5-40DB-9B03-E93042B96795}" type="presParOf" srcId="{25A40676-6DC0-49DA-899C-8F35D736AAAE}" destId="{91E479E6-49FE-483F-AECF-23688BFC2298}" srcOrd="3" destOrd="0" presId="urn:microsoft.com/office/officeart/2018/2/layout/IconVerticalSolidList"/>
    <dgm:cxn modelId="{11946684-764D-4416-84D5-71D56FF64D92}" type="presParOf" srcId="{25A40676-6DC0-49DA-899C-8F35D736AAAE}" destId="{6104FDDC-028E-4637-9036-FEA22FDB1D1F}" srcOrd="4" destOrd="0" presId="urn:microsoft.com/office/officeart/2018/2/layout/IconVerticalSolidList"/>
    <dgm:cxn modelId="{B439C2A0-251B-4E2B-B7C5-9E02803D840F}" type="presParOf" srcId="{6104FDDC-028E-4637-9036-FEA22FDB1D1F}" destId="{E36E0274-4955-4BFB-BD2D-4BAC7595DB56}" srcOrd="0" destOrd="0" presId="urn:microsoft.com/office/officeart/2018/2/layout/IconVerticalSolidList"/>
    <dgm:cxn modelId="{8BCE913B-30F4-4FDD-9306-03E3AE2EC9FB}" type="presParOf" srcId="{6104FDDC-028E-4637-9036-FEA22FDB1D1F}" destId="{50F0C043-8F6B-455A-BA1F-E3AEE1A18FB6}" srcOrd="1" destOrd="0" presId="urn:microsoft.com/office/officeart/2018/2/layout/IconVerticalSolidList"/>
    <dgm:cxn modelId="{BAC0402C-1F89-49E5-9C83-FDC50702E4FC}" type="presParOf" srcId="{6104FDDC-028E-4637-9036-FEA22FDB1D1F}" destId="{DEB723EB-0E10-481A-B06B-F4043879D0B3}" srcOrd="2" destOrd="0" presId="urn:microsoft.com/office/officeart/2018/2/layout/IconVerticalSolidList"/>
    <dgm:cxn modelId="{43880E80-4AC3-4873-9DC0-E2F169F73902}" type="presParOf" srcId="{6104FDDC-028E-4637-9036-FEA22FDB1D1F}" destId="{72F13207-5AEA-4C03-8F23-2FB77992391B}" srcOrd="3" destOrd="0" presId="urn:microsoft.com/office/officeart/2018/2/layout/IconVerticalSolidList"/>
    <dgm:cxn modelId="{47505FE0-C7B3-4EB7-8F15-D8E1A1FA8B6C}" type="presParOf" srcId="{25A40676-6DC0-49DA-899C-8F35D736AAAE}" destId="{5E1BD6E1-C2DD-47D9-9646-6FC601C9F7B2}" srcOrd="5" destOrd="0" presId="urn:microsoft.com/office/officeart/2018/2/layout/IconVerticalSolidList"/>
    <dgm:cxn modelId="{D1FFCD7E-B499-4E24-8312-411EF3364AF5}" type="presParOf" srcId="{25A40676-6DC0-49DA-899C-8F35D736AAAE}" destId="{5945C124-320F-4058-88D6-94E48D722E04}" srcOrd="6" destOrd="0" presId="urn:microsoft.com/office/officeart/2018/2/layout/IconVerticalSolidList"/>
    <dgm:cxn modelId="{572C6187-9551-4C4E-8E3E-A3E0BD6B44E9}" type="presParOf" srcId="{5945C124-320F-4058-88D6-94E48D722E04}" destId="{793C4015-0051-404A-8564-CB1E6B05EC50}" srcOrd="0" destOrd="0" presId="urn:microsoft.com/office/officeart/2018/2/layout/IconVerticalSolidList"/>
    <dgm:cxn modelId="{856DBEA4-E46E-4288-AB55-7E2626048E49}" type="presParOf" srcId="{5945C124-320F-4058-88D6-94E48D722E04}" destId="{6345529D-1E1D-4E75-A41D-B9AF2E61E203}" srcOrd="1" destOrd="0" presId="urn:microsoft.com/office/officeart/2018/2/layout/IconVerticalSolidList"/>
    <dgm:cxn modelId="{15D17F5F-6C9F-4AF1-9B67-45D7C3445CF1}" type="presParOf" srcId="{5945C124-320F-4058-88D6-94E48D722E04}" destId="{F19BEDEE-C7E0-46DF-A960-54900D7F45F9}" srcOrd="2" destOrd="0" presId="urn:microsoft.com/office/officeart/2018/2/layout/IconVerticalSolidList"/>
    <dgm:cxn modelId="{0013F10C-D110-4E8E-ADEA-F9DCE8B5E294}" type="presParOf" srcId="{5945C124-320F-4058-88D6-94E48D722E04}" destId="{743D9FD1-555F-40BB-AA6A-BC3169FE34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98D08B-E151-419B-A97C-9E08DDEB03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451C1A-FAC6-4E23-B5C5-231B43C7D266}">
      <dgm:prSet/>
      <dgm:spPr/>
      <dgm:t>
        <a:bodyPr/>
        <a:lstStyle/>
        <a:p>
          <a:r>
            <a:rPr lang="en-US"/>
            <a:t>Minimax assumes optimal play by both players</a:t>
          </a:r>
        </a:p>
      </dgm:t>
    </dgm:pt>
    <dgm:pt modelId="{1C31E34D-FAE1-4706-98DC-692B66BFE51E}" type="parTrans" cxnId="{18F1EEA0-B4BE-4903-8929-1E8B75F0C013}">
      <dgm:prSet/>
      <dgm:spPr/>
      <dgm:t>
        <a:bodyPr/>
        <a:lstStyle/>
        <a:p>
          <a:endParaRPr lang="en-US"/>
        </a:p>
      </dgm:t>
    </dgm:pt>
    <dgm:pt modelId="{01F61C69-9C57-40EE-AD6B-EA2310091FC9}" type="sibTrans" cxnId="{18F1EEA0-B4BE-4903-8929-1E8B75F0C013}">
      <dgm:prSet/>
      <dgm:spPr/>
      <dgm:t>
        <a:bodyPr/>
        <a:lstStyle/>
        <a:p>
          <a:endParaRPr lang="en-US"/>
        </a:p>
      </dgm:t>
    </dgm:pt>
    <dgm:pt modelId="{8CF06D42-0D25-4655-9002-6C2BE23695C2}">
      <dgm:prSet/>
      <dgm:spPr/>
      <dgm:t>
        <a:bodyPr/>
        <a:lstStyle/>
        <a:p>
          <a:r>
            <a:rPr lang="en-US"/>
            <a:t>Negamax simplifies minimax for zero-sum games</a:t>
          </a:r>
        </a:p>
      </dgm:t>
    </dgm:pt>
    <dgm:pt modelId="{4A4E6C60-5716-451D-BC79-7B7B274E6FA0}" type="parTrans" cxnId="{066A9E6D-7E05-4C9E-8525-914A9E740C88}">
      <dgm:prSet/>
      <dgm:spPr/>
      <dgm:t>
        <a:bodyPr/>
        <a:lstStyle/>
        <a:p>
          <a:endParaRPr lang="en-US"/>
        </a:p>
      </dgm:t>
    </dgm:pt>
    <dgm:pt modelId="{898B9B53-928D-420F-ABE2-2F460D26B356}" type="sibTrans" cxnId="{066A9E6D-7E05-4C9E-8525-914A9E740C88}">
      <dgm:prSet/>
      <dgm:spPr/>
      <dgm:t>
        <a:bodyPr/>
        <a:lstStyle/>
        <a:p>
          <a:endParaRPr lang="en-US"/>
        </a:p>
      </dgm:t>
    </dgm:pt>
    <dgm:pt modelId="{4A43119B-34CA-461D-9F73-6107F08324B6}">
      <dgm:prSet/>
      <dgm:spPr/>
      <dgm:t>
        <a:bodyPr/>
        <a:lstStyle/>
        <a:p>
          <a:r>
            <a:rPr lang="en-US"/>
            <a:t>Alpha-Beta pruning eliminates unnecessary branches</a:t>
          </a:r>
        </a:p>
      </dgm:t>
    </dgm:pt>
    <dgm:pt modelId="{F86F63AB-B385-4E90-956E-8EB93035AEF5}" type="parTrans" cxnId="{8EBC04CB-4231-42AD-84C0-B8990150543A}">
      <dgm:prSet/>
      <dgm:spPr/>
      <dgm:t>
        <a:bodyPr/>
        <a:lstStyle/>
        <a:p>
          <a:endParaRPr lang="en-US"/>
        </a:p>
      </dgm:t>
    </dgm:pt>
    <dgm:pt modelId="{E5F89EFE-2F49-4A85-A15E-1544A86A44F5}" type="sibTrans" cxnId="{8EBC04CB-4231-42AD-84C0-B8990150543A}">
      <dgm:prSet/>
      <dgm:spPr/>
      <dgm:t>
        <a:bodyPr/>
        <a:lstStyle/>
        <a:p>
          <a:endParaRPr lang="en-US"/>
        </a:p>
      </dgm:t>
    </dgm:pt>
    <dgm:pt modelId="{0E5E7B61-EED4-4F1F-8E21-16D88243A9F7}">
      <dgm:prSet/>
      <dgm:spPr/>
      <dgm:t>
        <a:bodyPr/>
        <a:lstStyle/>
        <a:p>
          <a:r>
            <a:rPr lang="en-US"/>
            <a:t>Move ordering improves pruning efficiency</a:t>
          </a:r>
        </a:p>
      </dgm:t>
    </dgm:pt>
    <dgm:pt modelId="{91FC72C1-9596-4E46-AD83-BC605716EF38}" type="parTrans" cxnId="{8112DBBA-D1E0-40DC-8446-C3EE99A9F1B9}">
      <dgm:prSet/>
      <dgm:spPr/>
      <dgm:t>
        <a:bodyPr/>
        <a:lstStyle/>
        <a:p>
          <a:endParaRPr lang="en-US"/>
        </a:p>
      </dgm:t>
    </dgm:pt>
    <dgm:pt modelId="{7E99833C-D435-415A-9D44-CEF7EC6003D4}" type="sibTrans" cxnId="{8112DBBA-D1E0-40DC-8446-C3EE99A9F1B9}">
      <dgm:prSet/>
      <dgm:spPr/>
      <dgm:t>
        <a:bodyPr/>
        <a:lstStyle/>
        <a:p>
          <a:endParaRPr lang="en-US"/>
        </a:p>
      </dgm:t>
    </dgm:pt>
    <dgm:pt modelId="{B0004BAA-B98A-49CF-BFBD-F5D19C295B39}" type="pres">
      <dgm:prSet presAssocID="{7E98D08B-E151-419B-A97C-9E08DDEB032D}" presName="linear" presStyleCnt="0">
        <dgm:presLayoutVars>
          <dgm:animLvl val="lvl"/>
          <dgm:resizeHandles val="exact"/>
        </dgm:presLayoutVars>
      </dgm:prSet>
      <dgm:spPr/>
    </dgm:pt>
    <dgm:pt modelId="{6236F38B-E593-4407-9B4A-45E7FA812156}" type="pres">
      <dgm:prSet presAssocID="{CE451C1A-FAC6-4E23-B5C5-231B43C7D2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5555A8-2101-45DE-8FA2-78D3AD546C5D}" type="pres">
      <dgm:prSet presAssocID="{01F61C69-9C57-40EE-AD6B-EA2310091FC9}" presName="spacer" presStyleCnt="0"/>
      <dgm:spPr/>
    </dgm:pt>
    <dgm:pt modelId="{56228C58-E068-478F-98AE-4CD64F7C62CF}" type="pres">
      <dgm:prSet presAssocID="{8CF06D42-0D25-4655-9002-6C2BE23695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0EB931-2BC5-415D-95F5-7AFACD203010}" type="pres">
      <dgm:prSet presAssocID="{898B9B53-928D-420F-ABE2-2F460D26B356}" presName="spacer" presStyleCnt="0"/>
      <dgm:spPr/>
    </dgm:pt>
    <dgm:pt modelId="{9C76CF27-9923-4CFE-94A5-868702CE0145}" type="pres">
      <dgm:prSet presAssocID="{4A43119B-34CA-461D-9F73-6107F08324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064AD2-927E-4421-B495-4A001B545293}" type="pres">
      <dgm:prSet presAssocID="{E5F89EFE-2F49-4A85-A15E-1544A86A44F5}" presName="spacer" presStyleCnt="0"/>
      <dgm:spPr/>
    </dgm:pt>
    <dgm:pt modelId="{221C6FA0-F539-400B-8613-C1507839B476}" type="pres">
      <dgm:prSet presAssocID="{0E5E7B61-EED4-4F1F-8E21-16D88243A9F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66A9E6D-7E05-4C9E-8525-914A9E740C88}" srcId="{7E98D08B-E151-419B-A97C-9E08DDEB032D}" destId="{8CF06D42-0D25-4655-9002-6C2BE23695C2}" srcOrd="1" destOrd="0" parTransId="{4A4E6C60-5716-451D-BC79-7B7B274E6FA0}" sibTransId="{898B9B53-928D-420F-ABE2-2F460D26B356}"/>
    <dgm:cxn modelId="{156EA754-32DD-4882-B10A-93F22F37AD4A}" type="presOf" srcId="{8CF06D42-0D25-4655-9002-6C2BE23695C2}" destId="{56228C58-E068-478F-98AE-4CD64F7C62CF}" srcOrd="0" destOrd="0" presId="urn:microsoft.com/office/officeart/2005/8/layout/vList2"/>
    <dgm:cxn modelId="{18F1EEA0-B4BE-4903-8929-1E8B75F0C013}" srcId="{7E98D08B-E151-419B-A97C-9E08DDEB032D}" destId="{CE451C1A-FAC6-4E23-B5C5-231B43C7D266}" srcOrd="0" destOrd="0" parTransId="{1C31E34D-FAE1-4706-98DC-692B66BFE51E}" sibTransId="{01F61C69-9C57-40EE-AD6B-EA2310091FC9}"/>
    <dgm:cxn modelId="{8112DBBA-D1E0-40DC-8446-C3EE99A9F1B9}" srcId="{7E98D08B-E151-419B-A97C-9E08DDEB032D}" destId="{0E5E7B61-EED4-4F1F-8E21-16D88243A9F7}" srcOrd="3" destOrd="0" parTransId="{91FC72C1-9596-4E46-AD83-BC605716EF38}" sibTransId="{7E99833C-D435-415A-9D44-CEF7EC6003D4}"/>
    <dgm:cxn modelId="{8B6821C4-AC3F-4481-93F3-F5BE604D885A}" type="presOf" srcId="{CE451C1A-FAC6-4E23-B5C5-231B43C7D266}" destId="{6236F38B-E593-4407-9B4A-45E7FA812156}" srcOrd="0" destOrd="0" presId="urn:microsoft.com/office/officeart/2005/8/layout/vList2"/>
    <dgm:cxn modelId="{8EBC04CB-4231-42AD-84C0-B8990150543A}" srcId="{7E98D08B-E151-419B-A97C-9E08DDEB032D}" destId="{4A43119B-34CA-461D-9F73-6107F08324B6}" srcOrd="2" destOrd="0" parTransId="{F86F63AB-B385-4E90-956E-8EB93035AEF5}" sibTransId="{E5F89EFE-2F49-4A85-A15E-1544A86A44F5}"/>
    <dgm:cxn modelId="{084573DC-10B8-4DF0-B305-F7F10EC4132E}" type="presOf" srcId="{4A43119B-34CA-461D-9F73-6107F08324B6}" destId="{9C76CF27-9923-4CFE-94A5-868702CE0145}" srcOrd="0" destOrd="0" presId="urn:microsoft.com/office/officeart/2005/8/layout/vList2"/>
    <dgm:cxn modelId="{34FF81F1-00C8-4E65-B5EE-1D6AF8B3DB8C}" type="presOf" srcId="{7E98D08B-E151-419B-A97C-9E08DDEB032D}" destId="{B0004BAA-B98A-49CF-BFBD-F5D19C295B39}" srcOrd="0" destOrd="0" presId="urn:microsoft.com/office/officeart/2005/8/layout/vList2"/>
    <dgm:cxn modelId="{6267F2FA-5A43-4138-88F4-8E7360EB1878}" type="presOf" srcId="{0E5E7B61-EED4-4F1F-8E21-16D88243A9F7}" destId="{221C6FA0-F539-400B-8613-C1507839B476}" srcOrd="0" destOrd="0" presId="urn:microsoft.com/office/officeart/2005/8/layout/vList2"/>
    <dgm:cxn modelId="{2243B665-A97D-4BD4-B6F5-C9E55EFC9042}" type="presParOf" srcId="{B0004BAA-B98A-49CF-BFBD-F5D19C295B39}" destId="{6236F38B-E593-4407-9B4A-45E7FA812156}" srcOrd="0" destOrd="0" presId="urn:microsoft.com/office/officeart/2005/8/layout/vList2"/>
    <dgm:cxn modelId="{EBB785A2-A5C6-44DC-91EA-DA0CAF1CF9B1}" type="presParOf" srcId="{B0004BAA-B98A-49CF-BFBD-F5D19C295B39}" destId="{C15555A8-2101-45DE-8FA2-78D3AD546C5D}" srcOrd="1" destOrd="0" presId="urn:microsoft.com/office/officeart/2005/8/layout/vList2"/>
    <dgm:cxn modelId="{2276742F-C1B2-4DBE-B9DC-478FC284E03B}" type="presParOf" srcId="{B0004BAA-B98A-49CF-BFBD-F5D19C295B39}" destId="{56228C58-E068-478F-98AE-4CD64F7C62CF}" srcOrd="2" destOrd="0" presId="urn:microsoft.com/office/officeart/2005/8/layout/vList2"/>
    <dgm:cxn modelId="{68FEC6F2-D6E4-42BC-8304-AD4031A64356}" type="presParOf" srcId="{B0004BAA-B98A-49CF-BFBD-F5D19C295B39}" destId="{950EB931-2BC5-415D-95F5-7AFACD203010}" srcOrd="3" destOrd="0" presId="urn:microsoft.com/office/officeart/2005/8/layout/vList2"/>
    <dgm:cxn modelId="{764EEAD0-97DD-4EC7-948E-3036F920F1F9}" type="presParOf" srcId="{B0004BAA-B98A-49CF-BFBD-F5D19C295B39}" destId="{9C76CF27-9923-4CFE-94A5-868702CE0145}" srcOrd="4" destOrd="0" presId="urn:microsoft.com/office/officeart/2005/8/layout/vList2"/>
    <dgm:cxn modelId="{2EC7761E-4E22-40D1-B818-DFC62EE1BD89}" type="presParOf" srcId="{B0004BAA-B98A-49CF-BFBD-F5D19C295B39}" destId="{D0064AD2-927E-4421-B495-4A001B545293}" srcOrd="5" destOrd="0" presId="urn:microsoft.com/office/officeart/2005/8/layout/vList2"/>
    <dgm:cxn modelId="{02FF80E8-10CD-498F-B9A6-765BACA7B159}" type="presParOf" srcId="{B0004BAA-B98A-49CF-BFBD-F5D19C295B39}" destId="{221C6FA0-F539-400B-8613-C1507839B4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6A9351-A44C-480B-8D1E-77C7C5AD28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74DE7B-FADB-4A54-BD09-65DAAFD0AA37}">
      <dgm:prSet/>
      <dgm:spPr/>
      <dgm:t>
        <a:bodyPr/>
        <a:lstStyle/>
        <a:p>
          <a:r>
            <a:rPr lang="en-US"/>
            <a:t>Players register and join tournament</a:t>
          </a:r>
        </a:p>
      </dgm:t>
    </dgm:pt>
    <dgm:pt modelId="{B4ABB058-E691-4155-9234-D9D259928F20}" type="parTrans" cxnId="{C9A3CEA4-E312-4FC5-9E67-01D77F1E7EBE}">
      <dgm:prSet/>
      <dgm:spPr/>
      <dgm:t>
        <a:bodyPr/>
        <a:lstStyle/>
        <a:p>
          <a:endParaRPr lang="en-US"/>
        </a:p>
      </dgm:t>
    </dgm:pt>
    <dgm:pt modelId="{30F13AC1-6958-4531-B218-F71A3990D7A1}" type="sibTrans" cxnId="{C9A3CEA4-E312-4FC5-9E67-01D77F1E7EBE}">
      <dgm:prSet/>
      <dgm:spPr/>
      <dgm:t>
        <a:bodyPr/>
        <a:lstStyle/>
        <a:p>
          <a:endParaRPr lang="en-US"/>
        </a:p>
      </dgm:t>
    </dgm:pt>
    <dgm:pt modelId="{E3F08176-79A7-4772-B715-721C049A2FAE}">
      <dgm:prSet/>
      <dgm:spPr/>
      <dgm:t>
        <a:bodyPr/>
        <a:lstStyle/>
        <a:p>
          <a:r>
            <a:rPr lang="en-US"/>
            <a:t>Round-robin schedule generated automatically</a:t>
          </a:r>
        </a:p>
      </dgm:t>
    </dgm:pt>
    <dgm:pt modelId="{C1CA7FF2-CA26-473D-A85A-9E0E2668293B}" type="parTrans" cxnId="{5AF2F56E-CEEC-4045-8F36-45E31C069A5A}">
      <dgm:prSet/>
      <dgm:spPr/>
      <dgm:t>
        <a:bodyPr/>
        <a:lstStyle/>
        <a:p>
          <a:endParaRPr lang="en-US"/>
        </a:p>
      </dgm:t>
    </dgm:pt>
    <dgm:pt modelId="{BC540949-DBF9-48E6-87DF-33EFAF1EDA24}" type="sibTrans" cxnId="{5AF2F56E-CEEC-4045-8F36-45E31C069A5A}">
      <dgm:prSet/>
      <dgm:spPr/>
      <dgm:t>
        <a:bodyPr/>
        <a:lstStyle/>
        <a:p>
          <a:endParaRPr lang="en-US"/>
        </a:p>
      </dgm:t>
    </dgm:pt>
    <dgm:pt modelId="{314EED5E-8E86-4925-99D8-3E9D2044603D}">
      <dgm:prSet/>
      <dgm:spPr/>
      <dgm:t>
        <a:bodyPr/>
        <a:lstStyle/>
        <a:p>
          <a:r>
            <a:rPr lang="en-US"/>
            <a:t>Matches executed sequentially using queue</a:t>
          </a:r>
        </a:p>
      </dgm:t>
    </dgm:pt>
    <dgm:pt modelId="{8406039E-82D8-42D0-AE1E-050DFFB7304B}" type="parTrans" cxnId="{8341F052-CC78-45C1-BB53-19BAF20D46F9}">
      <dgm:prSet/>
      <dgm:spPr/>
      <dgm:t>
        <a:bodyPr/>
        <a:lstStyle/>
        <a:p>
          <a:endParaRPr lang="en-US"/>
        </a:p>
      </dgm:t>
    </dgm:pt>
    <dgm:pt modelId="{66B67825-9477-43E1-8D98-7907301509C5}" type="sibTrans" cxnId="{8341F052-CC78-45C1-BB53-19BAF20D46F9}">
      <dgm:prSet/>
      <dgm:spPr/>
      <dgm:t>
        <a:bodyPr/>
        <a:lstStyle/>
        <a:p>
          <a:endParaRPr lang="en-US"/>
        </a:p>
      </dgm:t>
    </dgm:pt>
    <dgm:pt modelId="{CF478288-E40E-49BF-AB25-DF09C0ABA98B}">
      <dgm:prSet/>
      <dgm:spPr/>
      <dgm:t>
        <a:bodyPr/>
        <a:lstStyle/>
        <a:p>
          <a:r>
            <a:rPr lang="en-US"/>
            <a:t>Standings updated dynamically using AVL tree</a:t>
          </a:r>
        </a:p>
      </dgm:t>
    </dgm:pt>
    <dgm:pt modelId="{3334CB58-40D9-43D1-A8BC-3958B50A8323}" type="parTrans" cxnId="{4A76F7B4-A318-48D2-AEF3-8224DBAA3B14}">
      <dgm:prSet/>
      <dgm:spPr/>
      <dgm:t>
        <a:bodyPr/>
        <a:lstStyle/>
        <a:p>
          <a:endParaRPr lang="en-US"/>
        </a:p>
      </dgm:t>
    </dgm:pt>
    <dgm:pt modelId="{F03980A2-925B-4E9B-B2B1-7B66CDD988A5}" type="sibTrans" cxnId="{4A76F7B4-A318-48D2-AEF3-8224DBAA3B14}">
      <dgm:prSet/>
      <dgm:spPr/>
      <dgm:t>
        <a:bodyPr/>
        <a:lstStyle/>
        <a:p>
          <a:endParaRPr lang="en-US"/>
        </a:p>
      </dgm:t>
    </dgm:pt>
    <dgm:pt modelId="{20B2AF33-10E6-42E7-8A0C-BED5C03753EF}" type="pres">
      <dgm:prSet presAssocID="{886A9351-A44C-480B-8D1E-77C7C5AD28CF}" presName="root" presStyleCnt="0">
        <dgm:presLayoutVars>
          <dgm:dir/>
          <dgm:resizeHandles val="exact"/>
        </dgm:presLayoutVars>
      </dgm:prSet>
      <dgm:spPr/>
    </dgm:pt>
    <dgm:pt modelId="{F2831E2B-A353-4C70-9EA2-E6CD76F0D4E4}" type="pres">
      <dgm:prSet presAssocID="{2D74DE7B-FADB-4A54-BD09-65DAAFD0AA37}" presName="compNode" presStyleCnt="0"/>
      <dgm:spPr/>
    </dgm:pt>
    <dgm:pt modelId="{B0C7FF15-D98C-423A-B907-FB47FA275E0B}" type="pres">
      <dgm:prSet presAssocID="{2D74DE7B-FADB-4A54-BD09-65DAAFD0AA37}" presName="bgRect" presStyleLbl="bgShp" presStyleIdx="0" presStyleCnt="4"/>
      <dgm:spPr/>
    </dgm:pt>
    <dgm:pt modelId="{DD2C87D9-F77B-42F3-9BCF-740EDCCFCE56}" type="pres">
      <dgm:prSet presAssocID="{2D74DE7B-FADB-4A54-BD09-65DAAFD0AA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91BB39EE-8043-4236-BB6F-EFC4B21229BA}" type="pres">
      <dgm:prSet presAssocID="{2D74DE7B-FADB-4A54-BD09-65DAAFD0AA37}" presName="spaceRect" presStyleCnt="0"/>
      <dgm:spPr/>
    </dgm:pt>
    <dgm:pt modelId="{BE592BAF-12DE-47BF-B88A-214EF118707F}" type="pres">
      <dgm:prSet presAssocID="{2D74DE7B-FADB-4A54-BD09-65DAAFD0AA37}" presName="parTx" presStyleLbl="revTx" presStyleIdx="0" presStyleCnt="4">
        <dgm:presLayoutVars>
          <dgm:chMax val="0"/>
          <dgm:chPref val="0"/>
        </dgm:presLayoutVars>
      </dgm:prSet>
      <dgm:spPr/>
    </dgm:pt>
    <dgm:pt modelId="{F4FEDCAB-54EF-43B4-9198-5E1F5DFF53FC}" type="pres">
      <dgm:prSet presAssocID="{30F13AC1-6958-4531-B218-F71A3990D7A1}" presName="sibTrans" presStyleCnt="0"/>
      <dgm:spPr/>
    </dgm:pt>
    <dgm:pt modelId="{EC2B1B58-A342-4C9E-B304-B5BD7A53C8F9}" type="pres">
      <dgm:prSet presAssocID="{E3F08176-79A7-4772-B715-721C049A2FAE}" presName="compNode" presStyleCnt="0"/>
      <dgm:spPr/>
    </dgm:pt>
    <dgm:pt modelId="{0C8BBA8A-E45C-4EA7-9C9E-4E68224727C4}" type="pres">
      <dgm:prSet presAssocID="{E3F08176-79A7-4772-B715-721C049A2FAE}" presName="bgRect" presStyleLbl="bgShp" presStyleIdx="1" presStyleCnt="4"/>
      <dgm:spPr/>
    </dgm:pt>
    <dgm:pt modelId="{983348E1-EF6F-49D5-85E3-F94E31524201}" type="pres">
      <dgm:prSet presAssocID="{E3F08176-79A7-4772-B715-721C049A2F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CA369E8-8738-4304-876F-0529C8C10E71}" type="pres">
      <dgm:prSet presAssocID="{E3F08176-79A7-4772-B715-721C049A2FAE}" presName="spaceRect" presStyleCnt="0"/>
      <dgm:spPr/>
    </dgm:pt>
    <dgm:pt modelId="{BCC6391E-30E4-4E5E-A5CA-B2DB4717272D}" type="pres">
      <dgm:prSet presAssocID="{E3F08176-79A7-4772-B715-721C049A2FAE}" presName="parTx" presStyleLbl="revTx" presStyleIdx="1" presStyleCnt="4">
        <dgm:presLayoutVars>
          <dgm:chMax val="0"/>
          <dgm:chPref val="0"/>
        </dgm:presLayoutVars>
      </dgm:prSet>
      <dgm:spPr/>
    </dgm:pt>
    <dgm:pt modelId="{4727BB50-A07E-41F8-85E8-7C7453D0C788}" type="pres">
      <dgm:prSet presAssocID="{BC540949-DBF9-48E6-87DF-33EFAF1EDA24}" presName="sibTrans" presStyleCnt="0"/>
      <dgm:spPr/>
    </dgm:pt>
    <dgm:pt modelId="{ED21513E-B669-41C1-8717-C8E7E8ADF88D}" type="pres">
      <dgm:prSet presAssocID="{314EED5E-8E86-4925-99D8-3E9D2044603D}" presName="compNode" presStyleCnt="0"/>
      <dgm:spPr/>
    </dgm:pt>
    <dgm:pt modelId="{C0BA3D25-A047-49AD-B17A-8C781A507590}" type="pres">
      <dgm:prSet presAssocID="{314EED5E-8E86-4925-99D8-3E9D2044603D}" presName="bgRect" presStyleLbl="bgShp" presStyleIdx="2" presStyleCnt="4"/>
      <dgm:spPr/>
    </dgm:pt>
    <dgm:pt modelId="{42AA4F92-D311-4986-B8D4-933D8D07127A}" type="pres">
      <dgm:prSet presAssocID="{314EED5E-8E86-4925-99D8-3E9D204460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1910F33-DBA2-4AEC-B9BF-5189456ACD25}" type="pres">
      <dgm:prSet presAssocID="{314EED5E-8E86-4925-99D8-3E9D2044603D}" presName="spaceRect" presStyleCnt="0"/>
      <dgm:spPr/>
    </dgm:pt>
    <dgm:pt modelId="{A6E0C1EB-92F8-4AB7-AAEB-6F55D8474715}" type="pres">
      <dgm:prSet presAssocID="{314EED5E-8E86-4925-99D8-3E9D2044603D}" presName="parTx" presStyleLbl="revTx" presStyleIdx="2" presStyleCnt="4">
        <dgm:presLayoutVars>
          <dgm:chMax val="0"/>
          <dgm:chPref val="0"/>
        </dgm:presLayoutVars>
      </dgm:prSet>
      <dgm:spPr/>
    </dgm:pt>
    <dgm:pt modelId="{C59D4A4F-A6F4-46F2-861E-73A69517924D}" type="pres">
      <dgm:prSet presAssocID="{66B67825-9477-43E1-8D98-7907301509C5}" presName="sibTrans" presStyleCnt="0"/>
      <dgm:spPr/>
    </dgm:pt>
    <dgm:pt modelId="{921BEDEB-445D-48A1-950C-2472ADDB245D}" type="pres">
      <dgm:prSet presAssocID="{CF478288-E40E-49BF-AB25-DF09C0ABA98B}" presName="compNode" presStyleCnt="0"/>
      <dgm:spPr/>
    </dgm:pt>
    <dgm:pt modelId="{C290CC64-5B13-4451-80E8-7EDD1A2E1F7D}" type="pres">
      <dgm:prSet presAssocID="{CF478288-E40E-49BF-AB25-DF09C0ABA98B}" presName="bgRect" presStyleLbl="bgShp" presStyleIdx="3" presStyleCnt="4"/>
      <dgm:spPr/>
    </dgm:pt>
    <dgm:pt modelId="{575BCC7D-74C1-4C59-969F-91A5754AD18D}" type="pres">
      <dgm:prSet presAssocID="{CF478288-E40E-49BF-AB25-DF09C0ABA9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B300519-52B1-4A7B-9C39-F932F1191D2D}" type="pres">
      <dgm:prSet presAssocID="{CF478288-E40E-49BF-AB25-DF09C0ABA98B}" presName="spaceRect" presStyleCnt="0"/>
      <dgm:spPr/>
    </dgm:pt>
    <dgm:pt modelId="{ADDCE847-5071-41F5-9255-F35E64FF40A7}" type="pres">
      <dgm:prSet presAssocID="{CF478288-E40E-49BF-AB25-DF09C0ABA9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BB04E1D-5D87-4BE2-B433-8AFD2DF5276B}" type="presOf" srcId="{CF478288-E40E-49BF-AB25-DF09C0ABA98B}" destId="{ADDCE847-5071-41F5-9255-F35E64FF40A7}" srcOrd="0" destOrd="0" presId="urn:microsoft.com/office/officeart/2018/2/layout/IconVerticalSolidList"/>
    <dgm:cxn modelId="{14FE8763-910E-4106-B1BC-E71AC6A46530}" type="presOf" srcId="{886A9351-A44C-480B-8D1E-77C7C5AD28CF}" destId="{20B2AF33-10E6-42E7-8A0C-BED5C03753EF}" srcOrd="0" destOrd="0" presId="urn:microsoft.com/office/officeart/2018/2/layout/IconVerticalSolidList"/>
    <dgm:cxn modelId="{DCC26346-816A-4B29-87EA-B77D613CFFC5}" type="presOf" srcId="{E3F08176-79A7-4772-B715-721C049A2FAE}" destId="{BCC6391E-30E4-4E5E-A5CA-B2DB4717272D}" srcOrd="0" destOrd="0" presId="urn:microsoft.com/office/officeart/2018/2/layout/IconVerticalSolidList"/>
    <dgm:cxn modelId="{5AF2F56E-CEEC-4045-8F36-45E31C069A5A}" srcId="{886A9351-A44C-480B-8D1E-77C7C5AD28CF}" destId="{E3F08176-79A7-4772-B715-721C049A2FAE}" srcOrd="1" destOrd="0" parTransId="{C1CA7FF2-CA26-473D-A85A-9E0E2668293B}" sibTransId="{BC540949-DBF9-48E6-87DF-33EFAF1EDA24}"/>
    <dgm:cxn modelId="{8341F052-CC78-45C1-BB53-19BAF20D46F9}" srcId="{886A9351-A44C-480B-8D1E-77C7C5AD28CF}" destId="{314EED5E-8E86-4925-99D8-3E9D2044603D}" srcOrd="2" destOrd="0" parTransId="{8406039E-82D8-42D0-AE1E-050DFFB7304B}" sibTransId="{66B67825-9477-43E1-8D98-7907301509C5}"/>
    <dgm:cxn modelId="{C9A3CEA4-E312-4FC5-9E67-01D77F1E7EBE}" srcId="{886A9351-A44C-480B-8D1E-77C7C5AD28CF}" destId="{2D74DE7B-FADB-4A54-BD09-65DAAFD0AA37}" srcOrd="0" destOrd="0" parTransId="{B4ABB058-E691-4155-9234-D9D259928F20}" sibTransId="{30F13AC1-6958-4531-B218-F71A3990D7A1}"/>
    <dgm:cxn modelId="{4A76F7B4-A318-48D2-AEF3-8224DBAA3B14}" srcId="{886A9351-A44C-480B-8D1E-77C7C5AD28CF}" destId="{CF478288-E40E-49BF-AB25-DF09C0ABA98B}" srcOrd="3" destOrd="0" parTransId="{3334CB58-40D9-43D1-A8BC-3958B50A8323}" sibTransId="{F03980A2-925B-4E9B-B2B1-7B66CDD988A5}"/>
    <dgm:cxn modelId="{1E0727E0-5A1F-4004-9259-A977F5694BBC}" type="presOf" srcId="{314EED5E-8E86-4925-99D8-3E9D2044603D}" destId="{A6E0C1EB-92F8-4AB7-AAEB-6F55D8474715}" srcOrd="0" destOrd="0" presId="urn:microsoft.com/office/officeart/2018/2/layout/IconVerticalSolidList"/>
    <dgm:cxn modelId="{8805DDE6-2F5E-40F5-B357-10AD295987F0}" type="presOf" srcId="{2D74DE7B-FADB-4A54-BD09-65DAAFD0AA37}" destId="{BE592BAF-12DE-47BF-B88A-214EF118707F}" srcOrd="0" destOrd="0" presId="urn:microsoft.com/office/officeart/2018/2/layout/IconVerticalSolidList"/>
    <dgm:cxn modelId="{882F5693-D203-4862-AF62-97386AAB49BB}" type="presParOf" srcId="{20B2AF33-10E6-42E7-8A0C-BED5C03753EF}" destId="{F2831E2B-A353-4C70-9EA2-E6CD76F0D4E4}" srcOrd="0" destOrd="0" presId="urn:microsoft.com/office/officeart/2018/2/layout/IconVerticalSolidList"/>
    <dgm:cxn modelId="{A09E0B7E-6F54-46ED-8875-45CA17830F83}" type="presParOf" srcId="{F2831E2B-A353-4C70-9EA2-E6CD76F0D4E4}" destId="{B0C7FF15-D98C-423A-B907-FB47FA275E0B}" srcOrd="0" destOrd="0" presId="urn:microsoft.com/office/officeart/2018/2/layout/IconVerticalSolidList"/>
    <dgm:cxn modelId="{0E203C7A-05E2-4E3C-92B5-790BA5A95F7E}" type="presParOf" srcId="{F2831E2B-A353-4C70-9EA2-E6CD76F0D4E4}" destId="{DD2C87D9-F77B-42F3-9BCF-740EDCCFCE56}" srcOrd="1" destOrd="0" presId="urn:microsoft.com/office/officeart/2018/2/layout/IconVerticalSolidList"/>
    <dgm:cxn modelId="{93EE1408-5E34-44F4-97F3-49469655B07B}" type="presParOf" srcId="{F2831E2B-A353-4C70-9EA2-E6CD76F0D4E4}" destId="{91BB39EE-8043-4236-BB6F-EFC4B21229BA}" srcOrd="2" destOrd="0" presId="urn:microsoft.com/office/officeart/2018/2/layout/IconVerticalSolidList"/>
    <dgm:cxn modelId="{24D58B4D-EE34-40D2-800D-4BE1849186A3}" type="presParOf" srcId="{F2831E2B-A353-4C70-9EA2-E6CD76F0D4E4}" destId="{BE592BAF-12DE-47BF-B88A-214EF118707F}" srcOrd="3" destOrd="0" presId="urn:microsoft.com/office/officeart/2018/2/layout/IconVerticalSolidList"/>
    <dgm:cxn modelId="{7D6893B2-26D4-4E6C-BB8C-961545696D14}" type="presParOf" srcId="{20B2AF33-10E6-42E7-8A0C-BED5C03753EF}" destId="{F4FEDCAB-54EF-43B4-9198-5E1F5DFF53FC}" srcOrd="1" destOrd="0" presId="urn:microsoft.com/office/officeart/2018/2/layout/IconVerticalSolidList"/>
    <dgm:cxn modelId="{B4D2EBE0-F451-42C7-AE75-3DF8942FF5AC}" type="presParOf" srcId="{20B2AF33-10E6-42E7-8A0C-BED5C03753EF}" destId="{EC2B1B58-A342-4C9E-B304-B5BD7A53C8F9}" srcOrd="2" destOrd="0" presId="urn:microsoft.com/office/officeart/2018/2/layout/IconVerticalSolidList"/>
    <dgm:cxn modelId="{6B140464-3160-4AC8-AFE1-ED615C10E972}" type="presParOf" srcId="{EC2B1B58-A342-4C9E-B304-B5BD7A53C8F9}" destId="{0C8BBA8A-E45C-4EA7-9C9E-4E68224727C4}" srcOrd="0" destOrd="0" presId="urn:microsoft.com/office/officeart/2018/2/layout/IconVerticalSolidList"/>
    <dgm:cxn modelId="{C7665F4D-23D7-4A27-B702-298734533255}" type="presParOf" srcId="{EC2B1B58-A342-4C9E-B304-B5BD7A53C8F9}" destId="{983348E1-EF6F-49D5-85E3-F94E31524201}" srcOrd="1" destOrd="0" presId="urn:microsoft.com/office/officeart/2018/2/layout/IconVerticalSolidList"/>
    <dgm:cxn modelId="{B6933681-7A1F-4222-8941-6F762998B117}" type="presParOf" srcId="{EC2B1B58-A342-4C9E-B304-B5BD7A53C8F9}" destId="{2CA369E8-8738-4304-876F-0529C8C10E71}" srcOrd="2" destOrd="0" presId="urn:microsoft.com/office/officeart/2018/2/layout/IconVerticalSolidList"/>
    <dgm:cxn modelId="{1C08C1E9-AFA4-4831-AEE6-36D2FC63FC9B}" type="presParOf" srcId="{EC2B1B58-A342-4C9E-B304-B5BD7A53C8F9}" destId="{BCC6391E-30E4-4E5E-A5CA-B2DB4717272D}" srcOrd="3" destOrd="0" presId="urn:microsoft.com/office/officeart/2018/2/layout/IconVerticalSolidList"/>
    <dgm:cxn modelId="{D5957237-16C2-4654-9E82-5FD4D9D4436B}" type="presParOf" srcId="{20B2AF33-10E6-42E7-8A0C-BED5C03753EF}" destId="{4727BB50-A07E-41F8-85E8-7C7453D0C788}" srcOrd="3" destOrd="0" presId="urn:microsoft.com/office/officeart/2018/2/layout/IconVerticalSolidList"/>
    <dgm:cxn modelId="{A758C94F-DF3F-4CEA-A65A-A6C4DEF3046F}" type="presParOf" srcId="{20B2AF33-10E6-42E7-8A0C-BED5C03753EF}" destId="{ED21513E-B669-41C1-8717-C8E7E8ADF88D}" srcOrd="4" destOrd="0" presId="urn:microsoft.com/office/officeart/2018/2/layout/IconVerticalSolidList"/>
    <dgm:cxn modelId="{FF72719B-94FB-429B-8F4D-FCF62A968844}" type="presParOf" srcId="{ED21513E-B669-41C1-8717-C8E7E8ADF88D}" destId="{C0BA3D25-A047-49AD-B17A-8C781A507590}" srcOrd="0" destOrd="0" presId="urn:microsoft.com/office/officeart/2018/2/layout/IconVerticalSolidList"/>
    <dgm:cxn modelId="{546526AB-1343-4C3C-8906-9D77DE309AA8}" type="presParOf" srcId="{ED21513E-B669-41C1-8717-C8E7E8ADF88D}" destId="{42AA4F92-D311-4986-B8D4-933D8D07127A}" srcOrd="1" destOrd="0" presId="urn:microsoft.com/office/officeart/2018/2/layout/IconVerticalSolidList"/>
    <dgm:cxn modelId="{74CAEFC2-4EF8-477C-900F-C6CDEBCE5A10}" type="presParOf" srcId="{ED21513E-B669-41C1-8717-C8E7E8ADF88D}" destId="{B1910F33-DBA2-4AEC-B9BF-5189456ACD25}" srcOrd="2" destOrd="0" presId="urn:microsoft.com/office/officeart/2018/2/layout/IconVerticalSolidList"/>
    <dgm:cxn modelId="{5E8AED2A-F8FA-4190-ADC0-F6016B9F56D3}" type="presParOf" srcId="{ED21513E-B669-41C1-8717-C8E7E8ADF88D}" destId="{A6E0C1EB-92F8-4AB7-AAEB-6F55D8474715}" srcOrd="3" destOrd="0" presId="urn:microsoft.com/office/officeart/2018/2/layout/IconVerticalSolidList"/>
    <dgm:cxn modelId="{94A01613-018B-463D-BC9B-FBDACF566461}" type="presParOf" srcId="{20B2AF33-10E6-42E7-8A0C-BED5C03753EF}" destId="{C59D4A4F-A6F4-46F2-861E-73A69517924D}" srcOrd="5" destOrd="0" presId="urn:microsoft.com/office/officeart/2018/2/layout/IconVerticalSolidList"/>
    <dgm:cxn modelId="{8777C7D3-B663-4501-90BD-CA266D8FBD12}" type="presParOf" srcId="{20B2AF33-10E6-42E7-8A0C-BED5C03753EF}" destId="{921BEDEB-445D-48A1-950C-2472ADDB245D}" srcOrd="6" destOrd="0" presId="urn:microsoft.com/office/officeart/2018/2/layout/IconVerticalSolidList"/>
    <dgm:cxn modelId="{6816EE88-BDAF-4D30-94AA-35CE6C6A1A6C}" type="presParOf" srcId="{921BEDEB-445D-48A1-950C-2472ADDB245D}" destId="{C290CC64-5B13-4451-80E8-7EDD1A2E1F7D}" srcOrd="0" destOrd="0" presId="urn:microsoft.com/office/officeart/2018/2/layout/IconVerticalSolidList"/>
    <dgm:cxn modelId="{FF98218E-3298-4734-9684-1538CB40A457}" type="presParOf" srcId="{921BEDEB-445D-48A1-950C-2472ADDB245D}" destId="{575BCC7D-74C1-4C59-969F-91A5754AD18D}" srcOrd="1" destOrd="0" presId="urn:microsoft.com/office/officeart/2018/2/layout/IconVerticalSolidList"/>
    <dgm:cxn modelId="{DAB766DF-8B87-41D5-835C-F32D67534280}" type="presParOf" srcId="{921BEDEB-445D-48A1-950C-2472ADDB245D}" destId="{6B300519-52B1-4A7B-9C39-F932F1191D2D}" srcOrd="2" destOrd="0" presId="urn:microsoft.com/office/officeart/2018/2/layout/IconVerticalSolidList"/>
    <dgm:cxn modelId="{2B15B6FE-92D1-4B1A-9DF7-965CC88C39C8}" type="presParOf" srcId="{921BEDEB-445D-48A1-950C-2472ADDB245D}" destId="{ADDCE847-5071-41F5-9255-F35E64FF40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9B64FC-1FAC-469B-AA37-51757E5780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7AA5AB-512A-460D-879A-1EEF720799DC}">
      <dgm:prSet/>
      <dgm:spPr/>
      <dgm:t>
        <a:bodyPr/>
        <a:lstStyle/>
        <a:p>
          <a:r>
            <a:rPr lang="en-US"/>
            <a:t>Player profiles stored persistently in files</a:t>
          </a:r>
        </a:p>
      </dgm:t>
    </dgm:pt>
    <dgm:pt modelId="{0093F3F0-5C26-44AF-B7FB-3C19FF594553}" type="parTrans" cxnId="{5E3B64C1-0813-406D-835D-FEA1217A4277}">
      <dgm:prSet/>
      <dgm:spPr/>
      <dgm:t>
        <a:bodyPr/>
        <a:lstStyle/>
        <a:p>
          <a:endParaRPr lang="en-US"/>
        </a:p>
      </dgm:t>
    </dgm:pt>
    <dgm:pt modelId="{91D18017-80D3-4B33-8375-422154B3D2B7}" type="sibTrans" cxnId="{5E3B64C1-0813-406D-835D-FEA1217A4277}">
      <dgm:prSet/>
      <dgm:spPr/>
      <dgm:t>
        <a:bodyPr/>
        <a:lstStyle/>
        <a:p>
          <a:endParaRPr lang="en-US"/>
        </a:p>
      </dgm:t>
    </dgm:pt>
    <dgm:pt modelId="{135CCAB2-0FC2-4DEF-BB42-4C77FE96B745}">
      <dgm:prSet/>
      <dgm:spPr/>
      <dgm:t>
        <a:bodyPr/>
        <a:lstStyle/>
        <a:p>
          <a:r>
            <a:rPr lang="en-US"/>
            <a:t>Statistics saved immediately after games</a:t>
          </a:r>
        </a:p>
      </dgm:t>
    </dgm:pt>
    <dgm:pt modelId="{1D6D48BF-15A9-4732-B8DE-68B9828384B0}" type="parTrans" cxnId="{57DEE218-9A4E-46B8-A187-01038999F050}">
      <dgm:prSet/>
      <dgm:spPr/>
      <dgm:t>
        <a:bodyPr/>
        <a:lstStyle/>
        <a:p>
          <a:endParaRPr lang="en-US"/>
        </a:p>
      </dgm:t>
    </dgm:pt>
    <dgm:pt modelId="{1C088602-9BD3-41D7-B449-B0D77174CFBD}" type="sibTrans" cxnId="{57DEE218-9A4E-46B8-A187-01038999F050}">
      <dgm:prSet/>
      <dgm:spPr/>
      <dgm:t>
        <a:bodyPr/>
        <a:lstStyle/>
        <a:p>
          <a:endParaRPr lang="en-US"/>
        </a:p>
      </dgm:t>
    </dgm:pt>
    <dgm:pt modelId="{A2896BF9-F124-410B-8017-E28CD82A883A}">
      <dgm:prSet/>
      <dgm:spPr/>
      <dgm:t>
        <a:bodyPr/>
        <a:lstStyle/>
        <a:p>
          <a:r>
            <a:rPr lang="en-US"/>
            <a:t>Login/logout manages session lifecycle</a:t>
          </a:r>
        </a:p>
      </dgm:t>
    </dgm:pt>
    <dgm:pt modelId="{2B692E0E-466D-496C-8845-59E2629034B5}" type="parTrans" cxnId="{24878708-42AE-4855-A74C-E4390B2778C0}">
      <dgm:prSet/>
      <dgm:spPr/>
      <dgm:t>
        <a:bodyPr/>
        <a:lstStyle/>
        <a:p>
          <a:endParaRPr lang="en-US"/>
        </a:p>
      </dgm:t>
    </dgm:pt>
    <dgm:pt modelId="{CD623954-FCC7-4947-B646-C5776852DAC3}" type="sibTrans" cxnId="{24878708-42AE-4855-A74C-E4390B2778C0}">
      <dgm:prSet/>
      <dgm:spPr/>
      <dgm:t>
        <a:bodyPr/>
        <a:lstStyle/>
        <a:p>
          <a:endParaRPr lang="en-US"/>
        </a:p>
      </dgm:t>
    </dgm:pt>
    <dgm:pt modelId="{6D712041-A286-4508-A153-4921B2D5D50D}">
      <dgm:prSet/>
      <dgm:spPr/>
      <dgm:t>
        <a:bodyPr/>
        <a:lstStyle/>
        <a:p>
          <a:r>
            <a:rPr lang="en-US"/>
            <a:t>Prevents data loss across application restarts</a:t>
          </a:r>
        </a:p>
      </dgm:t>
    </dgm:pt>
    <dgm:pt modelId="{F0F4CB3B-AF8E-4944-BB86-77D6EC4DC49C}" type="parTrans" cxnId="{7FCE83A4-D10C-4691-9EEA-44DCD342CCB3}">
      <dgm:prSet/>
      <dgm:spPr/>
      <dgm:t>
        <a:bodyPr/>
        <a:lstStyle/>
        <a:p>
          <a:endParaRPr lang="en-US"/>
        </a:p>
      </dgm:t>
    </dgm:pt>
    <dgm:pt modelId="{059A2990-83B9-4430-97F4-D5B547C549D6}" type="sibTrans" cxnId="{7FCE83A4-D10C-4691-9EEA-44DCD342CCB3}">
      <dgm:prSet/>
      <dgm:spPr/>
      <dgm:t>
        <a:bodyPr/>
        <a:lstStyle/>
        <a:p>
          <a:endParaRPr lang="en-US"/>
        </a:p>
      </dgm:t>
    </dgm:pt>
    <dgm:pt modelId="{40EFF580-9C44-46F4-823F-76A02FFB6D95}" type="pres">
      <dgm:prSet presAssocID="{A79B64FC-1FAC-469B-AA37-51757E578026}" presName="linear" presStyleCnt="0">
        <dgm:presLayoutVars>
          <dgm:animLvl val="lvl"/>
          <dgm:resizeHandles val="exact"/>
        </dgm:presLayoutVars>
      </dgm:prSet>
      <dgm:spPr/>
    </dgm:pt>
    <dgm:pt modelId="{6F383EC6-0426-49E8-BE25-5C181A9D467F}" type="pres">
      <dgm:prSet presAssocID="{347AA5AB-512A-460D-879A-1EEF720799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80234F-3885-42B5-B802-3E77C7AA6ABC}" type="pres">
      <dgm:prSet presAssocID="{91D18017-80D3-4B33-8375-422154B3D2B7}" presName="spacer" presStyleCnt="0"/>
      <dgm:spPr/>
    </dgm:pt>
    <dgm:pt modelId="{AFD60D74-4127-4AA5-8D73-DA67599920C0}" type="pres">
      <dgm:prSet presAssocID="{135CCAB2-0FC2-4DEF-BB42-4C77FE96B7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DCB257-6B88-43F9-B126-8641F7B8D374}" type="pres">
      <dgm:prSet presAssocID="{1C088602-9BD3-41D7-B449-B0D77174CFBD}" presName="spacer" presStyleCnt="0"/>
      <dgm:spPr/>
    </dgm:pt>
    <dgm:pt modelId="{609EF9A8-2826-42D7-9B7D-6B7485EC01F6}" type="pres">
      <dgm:prSet presAssocID="{A2896BF9-F124-410B-8017-E28CD82A88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FEC3EC4-BD8C-418B-A71A-9D3287BDAA02}" type="pres">
      <dgm:prSet presAssocID="{CD623954-FCC7-4947-B646-C5776852DAC3}" presName="spacer" presStyleCnt="0"/>
      <dgm:spPr/>
    </dgm:pt>
    <dgm:pt modelId="{88840F0C-6F2A-4F6F-9F4F-23219AA124ED}" type="pres">
      <dgm:prSet presAssocID="{6D712041-A286-4508-A153-4921B2D5D5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C5C601-4607-47E9-98B4-281ADF630382}" type="presOf" srcId="{6D712041-A286-4508-A153-4921B2D5D50D}" destId="{88840F0C-6F2A-4F6F-9F4F-23219AA124ED}" srcOrd="0" destOrd="0" presId="urn:microsoft.com/office/officeart/2005/8/layout/vList2"/>
    <dgm:cxn modelId="{24878708-42AE-4855-A74C-E4390B2778C0}" srcId="{A79B64FC-1FAC-469B-AA37-51757E578026}" destId="{A2896BF9-F124-410B-8017-E28CD82A883A}" srcOrd="2" destOrd="0" parTransId="{2B692E0E-466D-496C-8845-59E2629034B5}" sibTransId="{CD623954-FCC7-4947-B646-C5776852DAC3}"/>
    <dgm:cxn modelId="{57DEE218-9A4E-46B8-A187-01038999F050}" srcId="{A79B64FC-1FAC-469B-AA37-51757E578026}" destId="{135CCAB2-0FC2-4DEF-BB42-4C77FE96B745}" srcOrd="1" destOrd="0" parTransId="{1D6D48BF-15A9-4732-B8DE-68B9828384B0}" sibTransId="{1C088602-9BD3-41D7-B449-B0D77174CFBD}"/>
    <dgm:cxn modelId="{2B3FD322-C39F-4D30-B3E0-5D0CE8B3DFEF}" type="presOf" srcId="{A2896BF9-F124-410B-8017-E28CD82A883A}" destId="{609EF9A8-2826-42D7-9B7D-6B7485EC01F6}" srcOrd="0" destOrd="0" presId="urn:microsoft.com/office/officeart/2005/8/layout/vList2"/>
    <dgm:cxn modelId="{CCFAE432-1403-44F7-B0F1-AD341BF86F41}" type="presOf" srcId="{A79B64FC-1FAC-469B-AA37-51757E578026}" destId="{40EFF580-9C44-46F4-823F-76A02FFB6D95}" srcOrd="0" destOrd="0" presId="urn:microsoft.com/office/officeart/2005/8/layout/vList2"/>
    <dgm:cxn modelId="{7FCE83A4-D10C-4691-9EEA-44DCD342CCB3}" srcId="{A79B64FC-1FAC-469B-AA37-51757E578026}" destId="{6D712041-A286-4508-A153-4921B2D5D50D}" srcOrd="3" destOrd="0" parTransId="{F0F4CB3B-AF8E-4944-BB86-77D6EC4DC49C}" sibTransId="{059A2990-83B9-4430-97F4-D5B547C549D6}"/>
    <dgm:cxn modelId="{6DC70EB3-6314-4A58-8DE9-0C7722095FA8}" type="presOf" srcId="{135CCAB2-0FC2-4DEF-BB42-4C77FE96B745}" destId="{AFD60D74-4127-4AA5-8D73-DA67599920C0}" srcOrd="0" destOrd="0" presId="urn:microsoft.com/office/officeart/2005/8/layout/vList2"/>
    <dgm:cxn modelId="{5E3B64C1-0813-406D-835D-FEA1217A4277}" srcId="{A79B64FC-1FAC-469B-AA37-51757E578026}" destId="{347AA5AB-512A-460D-879A-1EEF720799DC}" srcOrd="0" destOrd="0" parTransId="{0093F3F0-5C26-44AF-B7FB-3C19FF594553}" sibTransId="{91D18017-80D3-4B33-8375-422154B3D2B7}"/>
    <dgm:cxn modelId="{FAF892EC-A6C4-4824-98FD-1F4D2FBB796F}" type="presOf" srcId="{347AA5AB-512A-460D-879A-1EEF720799DC}" destId="{6F383EC6-0426-49E8-BE25-5C181A9D467F}" srcOrd="0" destOrd="0" presId="urn:microsoft.com/office/officeart/2005/8/layout/vList2"/>
    <dgm:cxn modelId="{B12B2054-CE40-4AD3-A1C5-34BC554E7E39}" type="presParOf" srcId="{40EFF580-9C44-46F4-823F-76A02FFB6D95}" destId="{6F383EC6-0426-49E8-BE25-5C181A9D467F}" srcOrd="0" destOrd="0" presId="urn:microsoft.com/office/officeart/2005/8/layout/vList2"/>
    <dgm:cxn modelId="{A7614591-91BC-43EE-9A4C-6D5F4DE468B6}" type="presParOf" srcId="{40EFF580-9C44-46F4-823F-76A02FFB6D95}" destId="{C180234F-3885-42B5-B802-3E77C7AA6ABC}" srcOrd="1" destOrd="0" presId="urn:microsoft.com/office/officeart/2005/8/layout/vList2"/>
    <dgm:cxn modelId="{04F03F01-629B-47D8-B4BC-7D261C006AD2}" type="presParOf" srcId="{40EFF580-9C44-46F4-823F-76A02FFB6D95}" destId="{AFD60D74-4127-4AA5-8D73-DA67599920C0}" srcOrd="2" destOrd="0" presId="urn:microsoft.com/office/officeart/2005/8/layout/vList2"/>
    <dgm:cxn modelId="{DF6D716D-835F-44F0-B0D9-CABBB6110D32}" type="presParOf" srcId="{40EFF580-9C44-46F4-823F-76A02FFB6D95}" destId="{DCDCB257-6B88-43F9-B126-8641F7B8D374}" srcOrd="3" destOrd="0" presId="urn:microsoft.com/office/officeart/2005/8/layout/vList2"/>
    <dgm:cxn modelId="{761AADA5-B173-4DEC-BA13-E5CC7955384F}" type="presParOf" srcId="{40EFF580-9C44-46F4-823F-76A02FFB6D95}" destId="{609EF9A8-2826-42D7-9B7D-6B7485EC01F6}" srcOrd="4" destOrd="0" presId="urn:microsoft.com/office/officeart/2005/8/layout/vList2"/>
    <dgm:cxn modelId="{4E00BE0E-EC25-40AD-A0B9-245AC792BDDA}" type="presParOf" srcId="{40EFF580-9C44-46F4-823F-76A02FFB6D95}" destId="{BFEC3EC4-BD8C-418B-A71A-9D3287BDAA02}" srcOrd="5" destOrd="0" presId="urn:microsoft.com/office/officeart/2005/8/layout/vList2"/>
    <dgm:cxn modelId="{27B8C5C2-9ABF-44BE-A30E-211810234918}" type="presParOf" srcId="{40EFF580-9C44-46F4-823F-76A02FFB6D95}" destId="{88840F0C-6F2A-4F6F-9F4F-23219AA124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2BC71FE-73A0-4911-803E-CBEBA01F04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75AA59-C17E-405D-A1B1-4605C757BD53}">
      <dgm:prSet/>
      <dgm:spPr/>
      <dgm:t>
        <a:bodyPr/>
        <a:lstStyle/>
        <a:p>
          <a:r>
            <a:rPr lang="en-US"/>
            <a:t>2D Array → Board state representation</a:t>
          </a:r>
        </a:p>
      </dgm:t>
    </dgm:pt>
    <dgm:pt modelId="{FE0F4E7E-F92A-41DE-9607-1DCB09C1C8C9}" type="parTrans" cxnId="{67799CDB-EB7C-4FDB-A496-5354A8D27B1B}">
      <dgm:prSet/>
      <dgm:spPr/>
      <dgm:t>
        <a:bodyPr/>
        <a:lstStyle/>
        <a:p>
          <a:endParaRPr lang="en-US"/>
        </a:p>
      </dgm:t>
    </dgm:pt>
    <dgm:pt modelId="{F6F1D4A2-5569-4C06-AEFD-E239B5B2FC61}" type="sibTrans" cxnId="{67799CDB-EB7C-4FDB-A496-5354A8D27B1B}">
      <dgm:prSet/>
      <dgm:spPr/>
      <dgm:t>
        <a:bodyPr/>
        <a:lstStyle/>
        <a:p>
          <a:endParaRPr lang="en-US"/>
        </a:p>
      </dgm:t>
    </dgm:pt>
    <dgm:pt modelId="{42EF8412-7C83-4621-8052-5D8B48037C56}">
      <dgm:prSet/>
      <dgm:spPr/>
      <dgm:t>
        <a:bodyPr/>
        <a:lstStyle/>
        <a:p>
          <a:r>
            <a:rPr lang="en-US"/>
            <a:t>Stack → Undo move history</a:t>
          </a:r>
        </a:p>
      </dgm:t>
    </dgm:pt>
    <dgm:pt modelId="{716E1DE7-005E-4C5E-B14F-7C37B927CF4A}" type="parTrans" cxnId="{9822C60A-B24D-4713-9E5A-27AE43B120CE}">
      <dgm:prSet/>
      <dgm:spPr/>
      <dgm:t>
        <a:bodyPr/>
        <a:lstStyle/>
        <a:p>
          <a:endParaRPr lang="en-US"/>
        </a:p>
      </dgm:t>
    </dgm:pt>
    <dgm:pt modelId="{3B49086F-34A3-46B7-9EA7-890621AAD27E}" type="sibTrans" cxnId="{9822C60A-B24D-4713-9E5A-27AE43B120CE}">
      <dgm:prSet/>
      <dgm:spPr/>
      <dgm:t>
        <a:bodyPr/>
        <a:lstStyle/>
        <a:p>
          <a:endParaRPr lang="en-US"/>
        </a:p>
      </dgm:t>
    </dgm:pt>
    <dgm:pt modelId="{D07DD730-D97B-41FF-9E50-6CF3CFCE41C0}">
      <dgm:prSet/>
      <dgm:spPr/>
      <dgm:t>
        <a:bodyPr/>
        <a:lstStyle/>
        <a:p>
          <a:r>
            <a:rPr lang="en-US"/>
            <a:t>Queue → Turn management and match scheduling</a:t>
          </a:r>
        </a:p>
      </dgm:t>
    </dgm:pt>
    <dgm:pt modelId="{44133204-0E93-4FA4-A0BC-D2A625234CC5}" type="parTrans" cxnId="{E5B7C9B6-6CFB-42FC-98E1-470C129F16EE}">
      <dgm:prSet/>
      <dgm:spPr/>
      <dgm:t>
        <a:bodyPr/>
        <a:lstStyle/>
        <a:p>
          <a:endParaRPr lang="en-US"/>
        </a:p>
      </dgm:t>
    </dgm:pt>
    <dgm:pt modelId="{D625B09A-3411-42F8-9536-5B5134C439CA}" type="sibTrans" cxnId="{E5B7C9B6-6CFB-42FC-98E1-470C129F16EE}">
      <dgm:prSet/>
      <dgm:spPr/>
      <dgm:t>
        <a:bodyPr/>
        <a:lstStyle/>
        <a:p>
          <a:endParaRPr lang="en-US"/>
        </a:p>
      </dgm:t>
    </dgm:pt>
    <dgm:pt modelId="{68D09E61-87D2-440C-B16F-85B33B0DF1BA}">
      <dgm:prSet/>
      <dgm:spPr/>
      <dgm:t>
        <a:bodyPr/>
        <a:lstStyle/>
        <a:p>
          <a:r>
            <a:rPr lang="en-US"/>
            <a:t>Map → Player profiles and statistics</a:t>
          </a:r>
        </a:p>
      </dgm:t>
    </dgm:pt>
    <dgm:pt modelId="{2A7EFCC6-72D4-40BE-9FE3-C962B4FF9A1F}" type="parTrans" cxnId="{59A7D910-8943-49A7-8CDA-4FDB59AEF6C0}">
      <dgm:prSet/>
      <dgm:spPr/>
      <dgm:t>
        <a:bodyPr/>
        <a:lstStyle/>
        <a:p>
          <a:endParaRPr lang="en-US"/>
        </a:p>
      </dgm:t>
    </dgm:pt>
    <dgm:pt modelId="{3229765E-798C-43FD-ABAC-29E95E360F5C}" type="sibTrans" cxnId="{59A7D910-8943-49A7-8CDA-4FDB59AEF6C0}">
      <dgm:prSet/>
      <dgm:spPr/>
      <dgm:t>
        <a:bodyPr/>
        <a:lstStyle/>
        <a:p>
          <a:endParaRPr lang="en-US"/>
        </a:p>
      </dgm:t>
    </dgm:pt>
    <dgm:pt modelId="{782F805D-DA2B-4F58-9CFA-92E6C2D44F1F}">
      <dgm:prSet/>
      <dgm:spPr/>
      <dgm:t>
        <a:bodyPr/>
        <a:lstStyle/>
        <a:p>
          <a:r>
            <a:rPr lang="en-US"/>
            <a:t>AVL Tree → Sorted tournament standings</a:t>
          </a:r>
        </a:p>
      </dgm:t>
    </dgm:pt>
    <dgm:pt modelId="{2BCB7DE7-878B-42D8-AAF4-5238D133ABB1}" type="parTrans" cxnId="{209BBAC9-62EC-46BE-AE6C-87A84C3A5FCD}">
      <dgm:prSet/>
      <dgm:spPr/>
      <dgm:t>
        <a:bodyPr/>
        <a:lstStyle/>
        <a:p>
          <a:endParaRPr lang="en-US"/>
        </a:p>
      </dgm:t>
    </dgm:pt>
    <dgm:pt modelId="{1A69A8DB-912A-4F03-A9CB-D21B966F67F3}" type="sibTrans" cxnId="{209BBAC9-62EC-46BE-AE6C-87A84C3A5FCD}">
      <dgm:prSet/>
      <dgm:spPr/>
      <dgm:t>
        <a:bodyPr/>
        <a:lstStyle/>
        <a:p>
          <a:endParaRPr lang="en-US"/>
        </a:p>
      </dgm:t>
    </dgm:pt>
    <dgm:pt modelId="{377BACB4-B35D-46B4-9473-846AD4A7E8B9}" type="pres">
      <dgm:prSet presAssocID="{42BC71FE-73A0-4911-803E-CBEBA01F0485}" presName="linear" presStyleCnt="0">
        <dgm:presLayoutVars>
          <dgm:animLvl val="lvl"/>
          <dgm:resizeHandles val="exact"/>
        </dgm:presLayoutVars>
      </dgm:prSet>
      <dgm:spPr/>
    </dgm:pt>
    <dgm:pt modelId="{17AA6003-091D-4F93-9C5E-B939E216A0B5}" type="pres">
      <dgm:prSet presAssocID="{9075AA59-C17E-405D-A1B1-4605C757BD5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CAFDFD5-C4EC-4DC4-B98E-1075A935C9C9}" type="pres">
      <dgm:prSet presAssocID="{F6F1D4A2-5569-4C06-AEFD-E239B5B2FC61}" presName="spacer" presStyleCnt="0"/>
      <dgm:spPr/>
    </dgm:pt>
    <dgm:pt modelId="{C1A638FB-56D8-47A4-8BF1-9471F5E85534}" type="pres">
      <dgm:prSet presAssocID="{42EF8412-7C83-4621-8052-5D8B48037C5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886995-6DF2-4452-B3DF-B318D00C94AA}" type="pres">
      <dgm:prSet presAssocID="{3B49086F-34A3-46B7-9EA7-890621AAD27E}" presName="spacer" presStyleCnt="0"/>
      <dgm:spPr/>
    </dgm:pt>
    <dgm:pt modelId="{894A4410-160F-470D-9041-D694028D65E7}" type="pres">
      <dgm:prSet presAssocID="{D07DD730-D97B-41FF-9E50-6CF3CFCE41C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96FF1E6-9A43-4C8C-AECB-02FFF7E0EA6C}" type="pres">
      <dgm:prSet presAssocID="{D625B09A-3411-42F8-9536-5B5134C439CA}" presName="spacer" presStyleCnt="0"/>
      <dgm:spPr/>
    </dgm:pt>
    <dgm:pt modelId="{BA0F28F4-6192-45C9-812C-A5308C72D5D4}" type="pres">
      <dgm:prSet presAssocID="{68D09E61-87D2-440C-B16F-85B33B0DF1B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DEED6BF-A306-4F7D-A92F-BFF0E0B61B92}" type="pres">
      <dgm:prSet presAssocID="{3229765E-798C-43FD-ABAC-29E95E360F5C}" presName="spacer" presStyleCnt="0"/>
      <dgm:spPr/>
    </dgm:pt>
    <dgm:pt modelId="{00CB7C81-3088-4806-86BE-47BCFB657B05}" type="pres">
      <dgm:prSet presAssocID="{782F805D-DA2B-4F58-9CFA-92E6C2D44F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822C60A-B24D-4713-9E5A-27AE43B120CE}" srcId="{42BC71FE-73A0-4911-803E-CBEBA01F0485}" destId="{42EF8412-7C83-4621-8052-5D8B48037C56}" srcOrd="1" destOrd="0" parTransId="{716E1DE7-005E-4C5E-B14F-7C37B927CF4A}" sibTransId="{3B49086F-34A3-46B7-9EA7-890621AAD27E}"/>
    <dgm:cxn modelId="{59A7D910-8943-49A7-8CDA-4FDB59AEF6C0}" srcId="{42BC71FE-73A0-4911-803E-CBEBA01F0485}" destId="{68D09E61-87D2-440C-B16F-85B33B0DF1BA}" srcOrd="3" destOrd="0" parTransId="{2A7EFCC6-72D4-40BE-9FE3-C962B4FF9A1F}" sibTransId="{3229765E-798C-43FD-ABAC-29E95E360F5C}"/>
    <dgm:cxn modelId="{53DC006C-532F-48D6-9E84-5621FEF7927E}" type="presOf" srcId="{D07DD730-D97B-41FF-9E50-6CF3CFCE41C0}" destId="{894A4410-160F-470D-9041-D694028D65E7}" srcOrd="0" destOrd="0" presId="urn:microsoft.com/office/officeart/2005/8/layout/vList2"/>
    <dgm:cxn modelId="{A74A2572-8151-4330-8A9F-889006C15D44}" type="presOf" srcId="{42BC71FE-73A0-4911-803E-CBEBA01F0485}" destId="{377BACB4-B35D-46B4-9473-846AD4A7E8B9}" srcOrd="0" destOrd="0" presId="urn:microsoft.com/office/officeart/2005/8/layout/vList2"/>
    <dgm:cxn modelId="{C71FE589-E367-4A0C-8ADD-3DC56C591AD8}" type="presOf" srcId="{68D09E61-87D2-440C-B16F-85B33B0DF1BA}" destId="{BA0F28F4-6192-45C9-812C-A5308C72D5D4}" srcOrd="0" destOrd="0" presId="urn:microsoft.com/office/officeart/2005/8/layout/vList2"/>
    <dgm:cxn modelId="{E5B7C9B6-6CFB-42FC-98E1-470C129F16EE}" srcId="{42BC71FE-73A0-4911-803E-CBEBA01F0485}" destId="{D07DD730-D97B-41FF-9E50-6CF3CFCE41C0}" srcOrd="2" destOrd="0" parTransId="{44133204-0E93-4FA4-A0BC-D2A625234CC5}" sibTransId="{D625B09A-3411-42F8-9536-5B5134C439CA}"/>
    <dgm:cxn modelId="{B8EEFBBC-55BD-4C4B-8ED5-0FACBC276E2D}" type="presOf" srcId="{9075AA59-C17E-405D-A1B1-4605C757BD53}" destId="{17AA6003-091D-4F93-9C5E-B939E216A0B5}" srcOrd="0" destOrd="0" presId="urn:microsoft.com/office/officeart/2005/8/layout/vList2"/>
    <dgm:cxn modelId="{209BBAC9-62EC-46BE-AE6C-87A84C3A5FCD}" srcId="{42BC71FE-73A0-4911-803E-CBEBA01F0485}" destId="{782F805D-DA2B-4F58-9CFA-92E6C2D44F1F}" srcOrd="4" destOrd="0" parTransId="{2BCB7DE7-878B-42D8-AAF4-5238D133ABB1}" sibTransId="{1A69A8DB-912A-4F03-A9CB-D21B966F67F3}"/>
    <dgm:cxn modelId="{67799CDB-EB7C-4FDB-A496-5354A8D27B1B}" srcId="{42BC71FE-73A0-4911-803E-CBEBA01F0485}" destId="{9075AA59-C17E-405D-A1B1-4605C757BD53}" srcOrd="0" destOrd="0" parTransId="{FE0F4E7E-F92A-41DE-9607-1DCB09C1C8C9}" sibTransId="{F6F1D4A2-5569-4C06-AEFD-E239B5B2FC61}"/>
    <dgm:cxn modelId="{D8B060E7-8C00-4902-9383-8EE87C155FE4}" type="presOf" srcId="{42EF8412-7C83-4621-8052-5D8B48037C56}" destId="{C1A638FB-56D8-47A4-8BF1-9471F5E85534}" srcOrd="0" destOrd="0" presId="urn:microsoft.com/office/officeart/2005/8/layout/vList2"/>
    <dgm:cxn modelId="{B928F0F0-7462-489D-9B9B-80F19897EE83}" type="presOf" srcId="{782F805D-DA2B-4F58-9CFA-92E6C2D44F1F}" destId="{00CB7C81-3088-4806-86BE-47BCFB657B05}" srcOrd="0" destOrd="0" presId="urn:microsoft.com/office/officeart/2005/8/layout/vList2"/>
    <dgm:cxn modelId="{96DF4612-4233-4920-9199-2167A990EEA3}" type="presParOf" srcId="{377BACB4-B35D-46B4-9473-846AD4A7E8B9}" destId="{17AA6003-091D-4F93-9C5E-B939E216A0B5}" srcOrd="0" destOrd="0" presId="urn:microsoft.com/office/officeart/2005/8/layout/vList2"/>
    <dgm:cxn modelId="{80DCEBC0-96C7-4AE2-86EF-1891493ABB65}" type="presParOf" srcId="{377BACB4-B35D-46B4-9473-846AD4A7E8B9}" destId="{FCAFDFD5-C4EC-4DC4-B98E-1075A935C9C9}" srcOrd="1" destOrd="0" presId="urn:microsoft.com/office/officeart/2005/8/layout/vList2"/>
    <dgm:cxn modelId="{00882F05-672E-424E-9CBE-21A0360C70C0}" type="presParOf" srcId="{377BACB4-B35D-46B4-9473-846AD4A7E8B9}" destId="{C1A638FB-56D8-47A4-8BF1-9471F5E85534}" srcOrd="2" destOrd="0" presId="urn:microsoft.com/office/officeart/2005/8/layout/vList2"/>
    <dgm:cxn modelId="{DF074CD8-CEE3-4FBD-9D2C-9B88ABF14A04}" type="presParOf" srcId="{377BACB4-B35D-46B4-9473-846AD4A7E8B9}" destId="{B4886995-6DF2-4452-B3DF-B318D00C94AA}" srcOrd="3" destOrd="0" presId="urn:microsoft.com/office/officeart/2005/8/layout/vList2"/>
    <dgm:cxn modelId="{33234DC7-581B-4F28-BC7D-D7FF70026C3B}" type="presParOf" srcId="{377BACB4-B35D-46B4-9473-846AD4A7E8B9}" destId="{894A4410-160F-470D-9041-D694028D65E7}" srcOrd="4" destOrd="0" presId="urn:microsoft.com/office/officeart/2005/8/layout/vList2"/>
    <dgm:cxn modelId="{00B53DFE-314D-43A8-87CC-A33FEB06D886}" type="presParOf" srcId="{377BACB4-B35D-46B4-9473-846AD4A7E8B9}" destId="{A96FF1E6-9A43-4C8C-AECB-02FFF7E0EA6C}" srcOrd="5" destOrd="0" presId="urn:microsoft.com/office/officeart/2005/8/layout/vList2"/>
    <dgm:cxn modelId="{B65BDDBE-8FF5-4F45-BD21-A48668650C14}" type="presParOf" srcId="{377BACB4-B35D-46B4-9473-846AD4A7E8B9}" destId="{BA0F28F4-6192-45C9-812C-A5308C72D5D4}" srcOrd="6" destOrd="0" presId="urn:microsoft.com/office/officeart/2005/8/layout/vList2"/>
    <dgm:cxn modelId="{C364CB23-3E4B-450E-A64A-B533C6660B04}" type="presParOf" srcId="{377BACB4-B35D-46B4-9473-846AD4A7E8B9}" destId="{0DEED6BF-A306-4F7D-A92F-BFF0E0B61B92}" srcOrd="7" destOrd="0" presId="urn:microsoft.com/office/officeart/2005/8/layout/vList2"/>
    <dgm:cxn modelId="{D76B294F-1BDC-4271-8C0E-2714B99FA262}" type="presParOf" srcId="{377BACB4-B35D-46B4-9473-846AD4A7E8B9}" destId="{00CB7C81-3088-4806-86BE-47BCFB657B0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38B365-E66C-47CA-9FA5-8B553C94F5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5687FC-51B3-44EE-A2B5-8D48D2658464}">
      <dgm:prSet/>
      <dgm:spPr/>
      <dgm:t>
        <a:bodyPr/>
        <a:lstStyle/>
        <a:p>
          <a:r>
            <a:rPr lang="en-US"/>
            <a:t>Unit tests for board logic, AI, and persistence</a:t>
          </a:r>
        </a:p>
      </dgm:t>
    </dgm:pt>
    <dgm:pt modelId="{81E74D01-E57E-402A-8394-52E6A1F07186}" type="parTrans" cxnId="{B10D8EBE-DBC7-402A-881F-68EFAC03C453}">
      <dgm:prSet/>
      <dgm:spPr/>
      <dgm:t>
        <a:bodyPr/>
        <a:lstStyle/>
        <a:p>
          <a:endParaRPr lang="en-US"/>
        </a:p>
      </dgm:t>
    </dgm:pt>
    <dgm:pt modelId="{916BF16B-C877-4063-B48B-FEB7AC97F596}" type="sibTrans" cxnId="{B10D8EBE-DBC7-402A-881F-68EFAC03C453}">
      <dgm:prSet/>
      <dgm:spPr/>
      <dgm:t>
        <a:bodyPr/>
        <a:lstStyle/>
        <a:p>
          <a:endParaRPr lang="en-US"/>
        </a:p>
      </dgm:t>
    </dgm:pt>
    <dgm:pt modelId="{1FD5A527-884E-4141-B9CB-B4F14AD48CE5}">
      <dgm:prSet/>
      <dgm:spPr/>
      <dgm:t>
        <a:bodyPr/>
        <a:lstStyle/>
        <a:p>
          <a:r>
            <a:rPr lang="en-US"/>
            <a:t>Integration tests simulate full gameplay scenarios</a:t>
          </a:r>
        </a:p>
      </dgm:t>
    </dgm:pt>
    <dgm:pt modelId="{F5F61277-8EB7-490A-ADB5-9BF4ED04B2AC}" type="parTrans" cxnId="{2E34E7FD-AC1D-4885-9D15-A2C241D2FB55}">
      <dgm:prSet/>
      <dgm:spPr/>
      <dgm:t>
        <a:bodyPr/>
        <a:lstStyle/>
        <a:p>
          <a:endParaRPr lang="en-US"/>
        </a:p>
      </dgm:t>
    </dgm:pt>
    <dgm:pt modelId="{7ED4C2DA-6571-4516-88F6-3BBF332985E1}" type="sibTrans" cxnId="{2E34E7FD-AC1D-4885-9D15-A2C241D2FB55}">
      <dgm:prSet/>
      <dgm:spPr/>
      <dgm:t>
        <a:bodyPr/>
        <a:lstStyle/>
        <a:p>
          <a:endParaRPr lang="en-US"/>
        </a:p>
      </dgm:t>
    </dgm:pt>
    <dgm:pt modelId="{3908DA1F-0CE8-4EE6-967D-3E8BC544BBE4}">
      <dgm:prSet/>
      <dgm:spPr/>
      <dgm:t>
        <a:bodyPr/>
        <a:lstStyle/>
        <a:p>
          <a:r>
            <a:rPr lang="en-US"/>
            <a:t>Regression testing preserves midterm behavior</a:t>
          </a:r>
        </a:p>
      </dgm:t>
    </dgm:pt>
    <dgm:pt modelId="{DDB81156-35B6-4D22-A0EA-30844C1723E0}" type="parTrans" cxnId="{A6542F4B-EEE2-4E04-B2E3-D12870716FF7}">
      <dgm:prSet/>
      <dgm:spPr/>
      <dgm:t>
        <a:bodyPr/>
        <a:lstStyle/>
        <a:p>
          <a:endParaRPr lang="en-US"/>
        </a:p>
      </dgm:t>
    </dgm:pt>
    <dgm:pt modelId="{0E229D76-CC25-4125-9007-F4B56BC1BE4B}" type="sibTrans" cxnId="{A6542F4B-EEE2-4E04-B2E3-D12870716FF7}">
      <dgm:prSet/>
      <dgm:spPr/>
      <dgm:t>
        <a:bodyPr/>
        <a:lstStyle/>
        <a:p>
          <a:endParaRPr lang="en-US"/>
        </a:p>
      </dgm:t>
    </dgm:pt>
    <dgm:pt modelId="{4731B54C-A8B8-4DDC-A5B1-3D9413BF9916}">
      <dgm:prSet/>
      <dgm:spPr/>
      <dgm:t>
        <a:bodyPr/>
        <a:lstStyle/>
        <a:p>
          <a:r>
            <a:rPr lang="en-US"/>
            <a:t>Ensures system reliability and correctness</a:t>
          </a:r>
        </a:p>
      </dgm:t>
    </dgm:pt>
    <dgm:pt modelId="{8985B8E0-5703-4EE6-A2D9-B7A0121097DA}" type="parTrans" cxnId="{67A58946-5BDE-4A52-9A82-1E7BF96D84F4}">
      <dgm:prSet/>
      <dgm:spPr/>
      <dgm:t>
        <a:bodyPr/>
        <a:lstStyle/>
        <a:p>
          <a:endParaRPr lang="en-US"/>
        </a:p>
      </dgm:t>
    </dgm:pt>
    <dgm:pt modelId="{48FFD950-0641-4CCB-A3E9-2E19909230E0}" type="sibTrans" cxnId="{67A58946-5BDE-4A52-9A82-1E7BF96D84F4}">
      <dgm:prSet/>
      <dgm:spPr/>
      <dgm:t>
        <a:bodyPr/>
        <a:lstStyle/>
        <a:p>
          <a:endParaRPr lang="en-US"/>
        </a:p>
      </dgm:t>
    </dgm:pt>
    <dgm:pt modelId="{B8779E07-67A9-4D98-ADAC-6D23FF2DCE50}" type="pres">
      <dgm:prSet presAssocID="{3338B365-E66C-47CA-9FA5-8B553C94F51B}" presName="linear" presStyleCnt="0">
        <dgm:presLayoutVars>
          <dgm:animLvl val="lvl"/>
          <dgm:resizeHandles val="exact"/>
        </dgm:presLayoutVars>
      </dgm:prSet>
      <dgm:spPr/>
    </dgm:pt>
    <dgm:pt modelId="{CAB85036-E383-4030-AAA3-91A62872A33D}" type="pres">
      <dgm:prSet presAssocID="{7B5687FC-51B3-44EE-A2B5-8D48D26584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F8D2E5-DC8B-4506-8E67-D4640F6FB049}" type="pres">
      <dgm:prSet presAssocID="{916BF16B-C877-4063-B48B-FEB7AC97F596}" presName="spacer" presStyleCnt="0"/>
      <dgm:spPr/>
    </dgm:pt>
    <dgm:pt modelId="{5B6ED41E-BE0B-49BB-9931-45106EA8EA83}" type="pres">
      <dgm:prSet presAssocID="{1FD5A527-884E-4141-B9CB-B4F14AD48C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4F6822-948C-4A6E-85EF-3B29AB24F4E5}" type="pres">
      <dgm:prSet presAssocID="{7ED4C2DA-6571-4516-88F6-3BBF332985E1}" presName="spacer" presStyleCnt="0"/>
      <dgm:spPr/>
    </dgm:pt>
    <dgm:pt modelId="{011F0813-A1B3-40FB-AB51-57674E3511B7}" type="pres">
      <dgm:prSet presAssocID="{3908DA1F-0CE8-4EE6-967D-3E8BC544BB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5C9A28-401F-48BA-89E3-87E2B05BEF55}" type="pres">
      <dgm:prSet presAssocID="{0E229D76-CC25-4125-9007-F4B56BC1BE4B}" presName="spacer" presStyleCnt="0"/>
      <dgm:spPr/>
    </dgm:pt>
    <dgm:pt modelId="{636C6564-50F4-4BCC-9F19-4F9F3CBDC8AC}" type="pres">
      <dgm:prSet presAssocID="{4731B54C-A8B8-4DDC-A5B1-3D9413BF99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9A6011-16AA-412A-B8DB-7DF8740CD94D}" type="presOf" srcId="{7B5687FC-51B3-44EE-A2B5-8D48D2658464}" destId="{CAB85036-E383-4030-AAA3-91A62872A33D}" srcOrd="0" destOrd="0" presId="urn:microsoft.com/office/officeart/2005/8/layout/vList2"/>
    <dgm:cxn modelId="{A5BFE217-5BAF-4154-B66E-60C9AD43E597}" type="presOf" srcId="{3338B365-E66C-47CA-9FA5-8B553C94F51B}" destId="{B8779E07-67A9-4D98-ADAC-6D23FF2DCE50}" srcOrd="0" destOrd="0" presId="urn:microsoft.com/office/officeart/2005/8/layout/vList2"/>
    <dgm:cxn modelId="{67A58946-5BDE-4A52-9A82-1E7BF96D84F4}" srcId="{3338B365-E66C-47CA-9FA5-8B553C94F51B}" destId="{4731B54C-A8B8-4DDC-A5B1-3D9413BF9916}" srcOrd="3" destOrd="0" parTransId="{8985B8E0-5703-4EE6-A2D9-B7A0121097DA}" sibTransId="{48FFD950-0641-4CCB-A3E9-2E19909230E0}"/>
    <dgm:cxn modelId="{A6542F4B-EEE2-4E04-B2E3-D12870716FF7}" srcId="{3338B365-E66C-47CA-9FA5-8B553C94F51B}" destId="{3908DA1F-0CE8-4EE6-967D-3E8BC544BBE4}" srcOrd="2" destOrd="0" parTransId="{DDB81156-35B6-4D22-A0EA-30844C1723E0}" sibTransId="{0E229D76-CC25-4125-9007-F4B56BC1BE4B}"/>
    <dgm:cxn modelId="{58B3F64F-32EE-4A4F-A966-D849F24CFC45}" type="presOf" srcId="{1FD5A527-884E-4141-B9CB-B4F14AD48CE5}" destId="{5B6ED41E-BE0B-49BB-9931-45106EA8EA83}" srcOrd="0" destOrd="0" presId="urn:microsoft.com/office/officeart/2005/8/layout/vList2"/>
    <dgm:cxn modelId="{FE1024A5-8835-4C4C-B070-964F7875D200}" type="presOf" srcId="{3908DA1F-0CE8-4EE6-967D-3E8BC544BBE4}" destId="{011F0813-A1B3-40FB-AB51-57674E3511B7}" srcOrd="0" destOrd="0" presId="urn:microsoft.com/office/officeart/2005/8/layout/vList2"/>
    <dgm:cxn modelId="{B10D8EBE-DBC7-402A-881F-68EFAC03C453}" srcId="{3338B365-E66C-47CA-9FA5-8B553C94F51B}" destId="{7B5687FC-51B3-44EE-A2B5-8D48D2658464}" srcOrd="0" destOrd="0" parTransId="{81E74D01-E57E-402A-8394-52E6A1F07186}" sibTransId="{916BF16B-C877-4063-B48B-FEB7AC97F596}"/>
    <dgm:cxn modelId="{D28259CB-1D02-4388-AA03-6F35606CACB3}" type="presOf" srcId="{4731B54C-A8B8-4DDC-A5B1-3D9413BF9916}" destId="{636C6564-50F4-4BCC-9F19-4F9F3CBDC8AC}" srcOrd="0" destOrd="0" presId="urn:microsoft.com/office/officeart/2005/8/layout/vList2"/>
    <dgm:cxn modelId="{2E34E7FD-AC1D-4885-9D15-A2C241D2FB55}" srcId="{3338B365-E66C-47CA-9FA5-8B553C94F51B}" destId="{1FD5A527-884E-4141-B9CB-B4F14AD48CE5}" srcOrd="1" destOrd="0" parTransId="{F5F61277-8EB7-490A-ADB5-9BF4ED04B2AC}" sibTransId="{7ED4C2DA-6571-4516-88F6-3BBF332985E1}"/>
    <dgm:cxn modelId="{022C83C8-2E72-4447-8DE9-C78C2781156D}" type="presParOf" srcId="{B8779E07-67A9-4D98-ADAC-6D23FF2DCE50}" destId="{CAB85036-E383-4030-AAA3-91A62872A33D}" srcOrd="0" destOrd="0" presId="urn:microsoft.com/office/officeart/2005/8/layout/vList2"/>
    <dgm:cxn modelId="{D5D934EF-C62D-4515-8F8D-7D84E48FDE54}" type="presParOf" srcId="{B8779E07-67A9-4D98-ADAC-6D23FF2DCE50}" destId="{B6F8D2E5-DC8B-4506-8E67-D4640F6FB049}" srcOrd="1" destOrd="0" presId="urn:microsoft.com/office/officeart/2005/8/layout/vList2"/>
    <dgm:cxn modelId="{0B78CCA8-0B89-4F73-83F5-D1CE1BF9E352}" type="presParOf" srcId="{B8779E07-67A9-4D98-ADAC-6D23FF2DCE50}" destId="{5B6ED41E-BE0B-49BB-9931-45106EA8EA83}" srcOrd="2" destOrd="0" presId="urn:microsoft.com/office/officeart/2005/8/layout/vList2"/>
    <dgm:cxn modelId="{2719F260-CC72-4946-8453-F286EFF61706}" type="presParOf" srcId="{B8779E07-67A9-4D98-ADAC-6D23FF2DCE50}" destId="{5F4F6822-948C-4A6E-85EF-3B29AB24F4E5}" srcOrd="3" destOrd="0" presId="urn:microsoft.com/office/officeart/2005/8/layout/vList2"/>
    <dgm:cxn modelId="{746AA5FD-60A6-45F0-86F9-6199A74331F0}" type="presParOf" srcId="{B8779E07-67A9-4D98-ADAC-6D23FF2DCE50}" destId="{011F0813-A1B3-40FB-AB51-57674E3511B7}" srcOrd="4" destOrd="0" presId="urn:microsoft.com/office/officeart/2005/8/layout/vList2"/>
    <dgm:cxn modelId="{316EDE7E-DC63-4BC7-97A3-575ACCC5592E}" type="presParOf" srcId="{B8779E07-67A9-4D98-ADAC-6D23FF2DCE50}" destId="{315C9A28-401F-48BA-89E3-87E2B05BEF55}" srcOrd="5" destOrd="0" presId="urn:microsoft.com/office/officeart/2005/8/layout/vList2"/>
    <dgm:cxn modelId="{CFB41274-3C03-4C58-A5AD-99D828D03449}" type="presParOf" srcId="{B8779E07-67A9-4D98-ADAC-6D23FF2DCE50}" destId="{636C6564-50F4-4BCC-9F19-4F9F3CBDC8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2F52A87-82BE-438F-A41D-F3549404F7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5936E8-922E-4556-8ADE-07EFF19E1FE9}">
      <dgm:prSet/>
      <dgm:spPr/>
      <dgm:t>
        <a:bodyPr/>
        <a:lstStyle/>
        <a:p>
          <a:r>
            <a:rPr lang="en-US"/>
            <a:t>O(1) move placement on board</a:t>
          </a:r>
        </a:p>
      </dgm:t>
    </dgm:pt>
    <dgm:pt modelId="{1C6615F9-F077-47CF-9F46-F0428195D7AA}" type="parTrans" cxnId="{9DB30640-AB48-4FC6-8C2F-98E4B23C41A5}">
      <dgm:prSet/>
      <dgm:spPr/>
      <dgm:t>
        <a:bodyPr/>
        <a:lstStyle/>
        <a:p>
          <a:endParaRPr lang="en-US"/>
        </a:p>
      </dgm:t>
    </dgm:pt>
    <dgm:pt modelId="{D93B182E-3080-47D7-BCE5-747C108947B0}" type="sibTrans" cxnId="{9DB30640-AB48-4FC6-8C2F-98E4B23C41A5}">
      <dgm:prSet/>
      <dgm:spPr/>
      <dgm:t>
        <a:bodyPr/>
        <a:lstStyle/>
        <a:p>
          <a:endParaRPr lang="en-US"/>
        </a:p>
      </dgm:t>
    </dgm:pt>
    <dgm:pt modelId="{6197A3E7-5500-4B1C-B605-AF241049CE2A}">
      <dgm:prSet/>
      <dgm:spPr/>
      <dgm:t>
        <a:bodyPr/>
        <a:lstStyle/>
        <a:p>
          <a:r>
            <a:rPr lang="en-US"/>
            <a:t>O(n) win detection per move</a:t>
          </a:r>
        </a:p>
      </dgm:t>
    </dgm:pt>
    <dgm:pt modelId="{B48FC846-1D7B-4EDF-BD33-51DA49B97DF1}" type="parTrans" cxnId="{9634DDA9-60CB-48F9-930E-89CC477F59D7}">
      <dgm:prSet/>
      <dgm:spPr/>
      <dgm:t>
        <a:bodyPr/>
        <a:lstStyle/>
        <a:p>
          <a:endParaRPr lang="en-US"/>
        </a:p>
      </dgm:t>
    </dgm:pt>
    <dgm:pt modelId="{FBD2309A-320E-4EFB-83A1-CF6B76533199}" type="sibTrans" cxnId="{9634DDA9-60CB-48F9-930E-89CC477F59D7}">
      <dgm:prSet/>
      <dgm:spPr/>
      <dgm:t>
        <a:bodyPr/>
        <a:lstStyle/>
        <a:p>
          <a:endParaRPr lang="en-US"/>
        </a:p>
      </dgm:t>
    </dgm:pt>
    <dgm:pt modelId="{7A199030-23CB-477B-BE5B-671861FBDF33}">
      <dgm:prSet/>
      <dgm:spPr/>
      <dgm:t>
        <a:bodyPr/>
        <a:lstStyle/>
        <a:p>
          <a:r>
            <a:rPr lang="en-US"/>
            <a:t>AI complexity reduced using Alpha-Beta pruning</a:t>
          </a:r>
        </a:p>
      </dgm:t>
    </dgm:pt>
    <dgm:pt modelId="{E49F5FB5-2425-4449-89E7-75E88B4F101B}" type="parTrans" cxnId="{9EEF2AEA-B5C1-4897-9116-2A1104C3D47E}">
      <dgm:prSet/>
      <dgm:spPr/>
      <dgm:t>
        <a:bodyPr/>
        <a:lstStyle/>
        <a:p>
          <a:endParaRPr lang="en-US"/>
        </a:p>
      </dgm:t>
    </dgm:pt>
    <dgm:pt modelId="{8B986E74-BF4F-4FBC-A735-7ABD4233EC7D}" type="sibTrans" cxnId="{9EEF2AEA-B5C1-4897-9116-2A1104C3D47E}">
      <dgm:prSet/>
      <dgm:spPr/>
      <dgm:t>
        <a:bodyPr/>
        <a:lstStyle/>
        <a:p>
          <a:endParaRPr lang="en-US"/>
        </a:p>
      </dgm:t>
    </dgm:pt>
    <dgm:pt modelId="{99975C7B-BDFF-4592-8176-CFA607022FEF}">
      <dgm:prSet/>
      <dgm:spPr/>
      <dgm:t>
        <a:bodyPr/>
        <a:lstStyle/>
        <a:p>
          <a:r>
            <a:rPr lang="en-US"/>
            <a:t>AVL tree ensures O(log n) tournament updates</a:t>
          </a:r>
        </a:p>
      </dgm:t>
    </dgm:pt>
    <dgm:pt modelId="{B07175D5-DFD3-44A8-8720-46FFC8CF6DE6}" type="parTrans" cxnId="{79C2557E-1AD2-4112-8BCF-CBB54B9595A3}">
      <dgm:prSet/>
      <dgm:spPr/>
      <dgm:t>
        <a:bodyPr/>
        <a:lstStyle/>
        <a:p>
          <a:endParaRPr lang="en-US"/>
        </a:p>
      </dgm:t>
    </dgm:pt>
    <dgm:pt modelId="{798ED393-3EC6-4417-BDC5-1AC8DBEDCF1E}" type="sibTrans" cxnId="{79C2557E-1AD2-4112-8BCF-CBB54B9595A3}">
      <dgm:prSet/>
      <dgm:spPr/>
      <dgm:t>
        <a:bodyPr/>
        <a:lstStyle/>
        <a:p>
          <a:endParaRPr lang="en-US"/>
        </a:p>
      </dgm:t>
    </dgm:pt>
    <dgm:pt modelId="{0723832C-8D89-45BE-A2A2-0D0FADB72040}" type="pres">
      <dgm:prSet presAssocID="{32F52A87-82BE-438F-A41D-F3549404F75F}" presName="root" presStyleCnt="0">
        <dgm:presLayoutVars>
          <dgm:dir/>
          <dgm:resizeHandles val="exact"/>
        </dgm:presLayoutVars>
      </dgm:prSet>
      <dgm:spPr/>
    </dgm:pt>
    <dgm:pt modelId="{146C229C-46D3-40EB-9131-0654D22ABF21}" type="pres">
      <dgm:prSet presAssocID="{6F5936E8-922E-4556-8ADE-07EFF19E1FE9}" presName="compNode" presStyleCnt="0"/>
      <dgm:spPr/>
    </dgm:pt>
    <dgm:pt modelId="{CF7C6A98-E5CD-4DA0-9EA3-82A130286727}" type="pres">
      <dgm:prSet presAssocID="{6F5936E8-922E-4556-8ADE-07EFF19E1FE9}" presName="bgRect" presStyleLbl="bgShp" presStyleIdx="0" presStyleCnt="4"/>
      <dgm:spPr/>
    </dgm:pt>
    <dgm:pt modelId="{270DEECD-4968-46BD-AE4F-B24A48C6450C}" type="pres">
      <dgm:prSet presAssocID="{6F5936E8-922E-4556-8ADE-07EFF19E1FE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F2F60CD9-A90D-4467-A2B2-94D6AC7A6C17}" type="pres">
      <dgm:prSet presAssocID="{6F5936E8-922E-4556-8ADE-07EFF19E1FE9}" presName="spaceRect" presStyleCnt="0"/>
      <dgm:spPr/>
    </dgm:pt>
    <dgm:pt modelId="{30438457-A9C8-47FD-B68D-A6F6FA6258E5}" type="pres">
      <dgm:prSet presAssocID="{6F5936E8-922E-4556-8ADE-07EFF19E1FE9}" presName="parTx" presStyleLbl="revTx" presStyleIdx="0" presStyleCnt="4">
        <dgm:presLayoutVars>
          <dgm:chMax val="0"/>
          <dgm:chPref val="0"/>
        </dgm:presLayoutVars>
      </dgm:prSet>
      <dgm:spPr/>
    </dgm:pt>
    <dgm:pt modelId="{60C41AC0-CFF4-4215-B778-C650CCBAF8E9}" type="pres">
      <dgm:prSet presAssocID="{D93B182E-3080-47D7-BCE5-747C108947B0}" presName="sibTrans" presStyleCnt="0"/>
      <dgm:spPr/>
    </dgm:pt>
    <dgm:pt modelId="{7FCE52C7-2475-4C8B-9660-5DED8AF2C269}" type="pres">
      <dgm:prSet presAssocID="{6197A3E7-5500-4B1C-B605-AF241049CE2A}" presName="compNode" presStyleCnt="0"/>
      <dgm:spPr/>
    </dgm:pt>
    <dgm:pt modelId="{C480E865-8CFA-448E-BAD0-0B0B66E60228}" type="pres">
      <dgm:prSet presAssocID="{6197A3E7-5500-4B1C-B605-AF241049CE2A}" presName="bgRect" presStyleLbl="bgShp" presStyleIdx="1" presStyleCnt="4"/>
      <dgm:spPr/>
    </dgm:pt>
    <dgm:pt modelId="{CEE8676A-4FD6-4199-A406-2AC3B01FDF6B}" type="pres">
      <dgm:prSet presAssocID="{6197A3E7-5500-4B1C-B605-AF241049CE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7A41354A-66C6-41A5-B638-1387C95645B3}" type="pres">
      <dgm:prSet presAssocID="{6197A3E7-5500-4B1C-B605-AF241049CE2A}" presName="spaceRect" presStyleCnt="0"/>
      <dgm:spPr/>
    </dgm:pt>
    <dgm:pt modelId="{160CC339-36CF-4302-9BC9-7D51319A2673}" type="pres">
      <dgm:prSet presAssocID="{6197A3E7-5500-4B1C-B605-AF241049CE2A}" presName="parTx" presStyleLbl="revTx" presStyleIdx="1" presStyleCnt="4">
        <dgm:presLayoutVars>
          <dgm:chMax val="0"/>
          <dgm:chPref val="0"/>
        </dgm:presLayoutVars>
      </dgm:prSet>
      <dgm:spPr/>
    </dgm:pt>
    <dgm:pt modelId="{507F0822-84B7-4348-8E63-03F7F32B4FA5}" type="pres">
      <dgm:prSet presAssocID="{FBD2309A-320E-4EFB-83A1-CF6B76533199}" presName="sibTrans" presStyleCnt="0"/>
      <dgm:spPr/>
    </dgm:pt>
    <dgm:pt modelId="{1393EE1F-24A3-4BB3-A824-6E0B6C1F9ACF}" type="pres">
      <dgm:prSet presAssocID="{7A199030-23CB-477B-BE5B-671861FBDF33}" presName="compNode" presStyleCnt="0"/>
      <dgm:spPr/>
    </dgm:pt>
    <dgm:pt modelId="{90570FA5-180C-489C-8195-124EB073592E}" type="pres">
      <dgm:prSet presAssocID="{7A199030-23CB-477B-BE5B-671861FBDF33}" presName="bgRect" presStyleLbl="bgShp" presStyleIdx="2" presStyleCnt="4"/>
      <dgm:spPr/>
    </dgm:pt>
    <dgm:pt modelId="{95ED4040-5346-420A-81C8-4D1D951696C6}" type="pres">
      <dgm:prSet presAssocID="{7A199030-23CB-477B-BE5B-671861FBDF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276F3C-87BD-40AA-AF15-6EFD742F427A}" type="pres">
      <dgm:prSet presAssocID="{7A199030-23CB-477B-BE5B-671861FBDF33}" presName="spaceRect" presStyleCnt="0"/>
      <dgm:spPr/>
    </dgm:pt>
    <dgm:pt modelId="{181A67F7-E5B8-4F65-A24E-025D7B4E186E}" type="pres">
      <dgm:prSet presAssocID="{7A199030-23CB-477B-BE5B-671861FBDF33}" presName="parTx" presStyleLbl="revTx" presStyleIdx="2" presStyleCnt="4">
        <dgm:presLayoutVars>
          <dgm:chMax val="0"/>
          <dgm:chPref val="0"/>
        </dgm:presLayoutVars>
      </dgm:prSet>
      <dgm:spPr/>
    </dgm:pt>
    <dgm:pt modelId="{3AA20E10-8DC2-4DC0-821A-24870570656E}" type="pres">
      <dgm:prSet presAssocID="{8B986E74-BF4F-4FBC-A735-7ABD4233EC7D}" presName="sibTrans" presStyleCnt="0"/>
      <dgm:spPr/>
    </dgm:pt>
    <dgm:pt modelId="{71FF9470-E0DA-4C62-AF3D-415559A64DE5}" type="pres">
      <dgm:prSet presAssocID="{99975C7B-BDFF-4592-8176-CFA607022FEF}" presName="compNode" presStyleCnt="0"/>
      <dgm:spPr/>
    </dgm:pt>
    <dgm:pt modelId="{724F9298-7A13-4A71-B81F-75C5397A3599}" type="pres">
      <dgm:prSet presAssocID="{99975C7B-BDFF-4592-8176-CFA607022FEF}" presName="bgRect" presStyleLbl="bgShp" presStyleIdx="3" presStyleCnt="4"/>
      <dgm:spPr/>
    </dgm:pt>
    <dgm:pt modelId="{0C2A7808-A4DD-4732-B443-46632F6B48D0}" type="pres">
      <dgm:prSet presAssocID="{99975C7B-BDFF-4592-8176-CFA607022FE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2360663B-1C0C-4041-BACC-20B115B4C322}" type="pres">
      <dgm:prSet presAssocID="{99975C7B-BDFF-4592-8176-CFA607022FEF}" presName="spaceRect" presStyleCnt="0"/>
      <dgm:spPr/>
    </dgm:pt>
    <dgm:pt modelId="{5B63E0ED-180F-4F21-9E1A-E9142F136B3D}" type="pres">
      <dgm:prSet presAssocID="{99975C7B-BDFF-4592-8176-CFA607022F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B30640-AB48-4FC6-8C2F-98E4B23C41A5}" srcId="{32F52A87-82BE-438F-A41D-F3549404F75F}" destId="{6F5936E8-922E-4556-8ADE-07EFF19E1FE9}" srcOrd="0" destOrd="0" parTransId="{1C6615F9-F077-47CF-9F46-F0428195D7AA}" sibTransId="{D93B182E-3080-47D7-BCE5-747C108947B0}"/>
    <dgm:cxn modelId="{CF59357C-0A6A-4F1A-96A0-13A17F7C9CBD}" type="presOf" srcId="{6F5936E8-922E-4556-8ADE-07EFF19E1FE9}" destId="{30438457-A9C8-47FD-B68D-A6F6FA6258E5}" srcOrd="0" destOrd="0" presId="urn:microsoft.com/office/officeart/2018/2/layout/IconVerticalSolidList"/>
    <dgm:cxn modelId="{79C2557E-1AD2-4112-8BCF-CBB54B9595A3}" srcId="{32F52A87-82BE-438F-A41D-F3549404F75F}" destId="{99975C7B-BDFF-4592-8176-CFA607022FEF}" srcOrd="3" destOrd="0" parTransId="{B07175D5-DFD3-44A8-8720-46FFC8CF6DE6}" sibTransId="{798ED393-3EC6-4417-BDC5-1AC8DBEDCF1E}"/>
    <dgm:cxn modelId="{A64807A2-C504-47F0-A025-668C21463B34}" type="presOf" srcId="{32F52A87-82BE-438F-A41D-F3549404F75F}" destId="{0723832C-8D89-45BE-A2A2-0D0FADB72040}" srcOrd="0" destOrd="0" presId="urn:microsoft.com/office/officeart/2018/2/layout/IconVerticalSolidList"/>
    <dgm:cxn modelId="{9634DDA9-60CB-48F9-930E-89CC477F59D7}" srcId="{32F52A87-82BE-438F-A41D-F3549404F75F}" destId="{6197A3E7-5500-4B1C-B605-AF241049CE2A}" srcOrd="1" destOrd="0" parTransId="{B48FC846-1D7B-4EDF-BD33-51DA49B97DF1}" sibTransId="{FBD2309A-320E-4EFB-83A1-CF6B76533199}"/>
    <dgm:cxn modelId="{D3383EAF-E5EC-4DE2-969F-C397C7996B69}" type="presOf" srcId="{7A199030-23CB-477B-BE5B-671861FBDF33}" destId="{181A67F7-E5B8-4F65-A24E-025D7B4E186E}" srcOrd="0" destOrd="0" presId="urn:microsoft.com/office/officeart/2018/2/layout/IconVerticalSolidList"/>
    <dgm:cxn modelId="{D685DBB1-4342-4857-BCA9-604AAFF5C426}" type="presOf" srcId="{6197A3E7-5500-4B1C-B605-AF241049CE2A}" destId="{160CC339-36CF-4302-9BC9-7D51319A2673}" srcOrd="0" destOrd="0" presId="urn:microsoft.com/office/officeart/2018/2/layout/IconVerticalSolidList"/>
    <dgm:cxn modelId="{9EEF2AEA-B5C1-4897-9116-2A1104C3D47E}" srcId="{32F52A87-82BE-438F-A41D-F3549404F75F}" destId="{7A199030-23CB-477B-BE5B-671861FBDF33}" srcOrd="2" destOrd="0" parTransId="{E49F5FB5-2425-4449-89E7-75E88B4F101B}" sibTransId="{8B986E74-BF4F-4FBC-A735-7ABD4233EC7D}"/>
    <dgm:cxn modelId="{567969F6-6729-4CCA-A241-820F85A46F1A}" type="presOf" srcId="{99975C7B-BDFF-4592-8176-CFA607022FEF}" destId="{5B63E0ED-180F-4F21-9E1A-E9142F136B3D}" srcOrd="0" destOrd="0" presId="urn:microsoft.com/office/officeart/2018/2/layout/IconVerticalSolidList"/>
    <dgm:cxn modelId="{FBBC2088-4732-441B-B93B-9376105BD692}" type="presParOf" srcId="{0723832C-8D89-45BE-A2A2-0D0FADB72040}" destId="{146C229C-46D3-40EB-9131-0654D22ABF21}" srcOrd="0" destOrd="0" presId="urn:microsoft.com/office/officeart/2018/2/layout/IconVerticalSolidList"/>
    <dgm:cxn modelId="{3D041919-EE23-4051-808C-EC182C8A13F5}" type="presParOf" srcId="{146C229C-46D3-40EB-9131-0654D22ABF21}" destId="{CF7C6A98-E5CD-4DA0-9EA3-82A130286727}" srcOrd="0" destOrd="0" presId="urn:microsoft.com/office/officeart/2018/2/layout/IconVerticalSolidList"/>
    <dgm:cxn modelId="{90C4B159-7DDF-4266-A179-BE4E6A6A16D1}" type="presParOf" srcId="{146C229C-46D3-40EB-9131-0654D22ABF21}" destId="{270DEECD-4968-46BD-AE4F-B24A48C6450C}" srcOrd="1" destOrd="0" presId="urn:microsoft.com/office/officeart/2018/2/layout/IconVerticalSolidList"/>
    <dgm:cxn modelId="{0319BBFD-C797-4C89-9309-EE59CC9D680A}" type="presParOf" srcId="{146C229C-46D3-40EB-9131-0654D22ABF21}" destId="{F2F60CD9-A90D-4467-A2B2-94D6AC7A6C17}" srcOrd="2" destOrd="0" presId="urn:microsoft.com/office/officeart/2018/2/layout/IconVerticalSolidList"/>
    <dgm:cxn modelId="{907EC190-AC66-4206-BBE7-E118BF5456E9}" type="presParOf" srcId="{146C229C-46D3-40EB-9131-0654D22ABF21}" destId="{30438457-A9C8-47FD-B68D-A6F6FA6258E5}" srcOrd="3" destOrd="0" presId="urn:microsoft.com/office/officeart/2018/2/layout/IconVerticalSolidList"/>
    <dgm:cxn modelId="{C8B04EF0-B6CE-4762-BA6E-E4A3AAB3DBCB}" type="presParOf" srcId="{0723832C-8D89-45BE-A2A2-0D0FADB72040}" destId="{60C41AC0-CFF4-4215-B778-C650CCBAF8E9}" srcOrd="1" destOrd="0" presId="urn:microsoft.com/office/officeart/2018/2/layout/IconVerticalSolidList"/>
    <dgm:cxn modelId="{52CB5239-2201-40A0-B2EB-89DDB8971BFC}" type="presParOf" srcId="{0723832C-8D89-45BE-A2A2-0D0FADB72040}" destId="{7FCE52C7-2475-4C8B-9660-5DED8AF2C269}" srcOrd="2" destOrd="0" presId="urn:microsoft.com/office/officeart/2018/2/layout/IconVerticalSolidList"/>
    <dgm:cxn modelId="{38E08824-9DEC-4980-B313-81A9472541BB}" type="presParOf" srcId="{7FCE52C7-2475-4C8B-9660-5DED8AF2C269}" destId="{C480E865-8CFA-448E-BAD0-0B0B66E60228}" srcOrd="0" destOrd="0" presId="urn:microsoft.com/office/officeart/2018/2/layout/IconVerticalSolidList"/>
    <dgm:cxn modelId="{FFE27D25-F929-48B3-AD06-6104E7A1AA6D}" type="presParOf" srcId="{7FCE52C7-2475-4C8B-9660-5DED8AF2C269}" destId="{CEE8676A-4FD6-4199-A406-2AC3B01FDF6B}" srcOrd="1" destOrd="0" presId="urn:microsoft.com/office/officeart/2018/2/layout/IconVerticalSolidList"/>
    <dgm:cxn modelId="{3B60AC1D-A243-4810-A955-73A16B82BBBB}" type="presParOf" srcId="{7FCE52C7-2475-4C8B-9660-5DED8AF2C269}" destId="{7A41354A-66C6-41A5-B638-1387C95645B3}" srcOrd="2" destOrd="0" presId="urn:microsoft.com/office/officeart/2018/2/layout/IconVerticalSolidList"/>
    <dgm:cxn modelId="{7E96FFF1-8337-43FD-BC36-EE87D9DB1D54}" type="presParOf" srcId="{7FCE52C7-2475-4C8B-9660-5DED8AF2C269}" destId="{160CC339-36CF-4302-9BC9-7D51319A2673}" srcOrd="3" destOrd="0" presId="urn:microsoft.com/office/officeart/2018/2/layout/IconVerticalSolidList"/>
    <dgm:cxn modelId="{002D4369-5807-4354-9601-905DB75E0A86}" type="presParOf" srcId="{0723832C-8D89-45BE-A2A2-0D0FADB72040}" destId="{507F0822-84B7-4348-8E63-03F7F32B4FA5}" srcOrd="3" destOrd="0" presId="urn:microsoft.com/office/officeart/2018/2/layout/IconVerticalSolidList"/>
    <dgm:cxn modelId="{8DA90343-8A84-411B-ACD4-6EB18AB9B534}" type="presParOf" srcId="{0723832C-8D89-45BE-A2A2-0D0FADB72040}" destId="{1393EE1F-24A3-4BB3-A824-6E0B6C1F9ACF}" srcOrd="4" destOrd="0" presId="urn:microsoft.com/office/officeart/2018/2/layout/IconVerticalSolidList"/>
    <dgm:cxn modelId="{F74D5DE3-25AD-4C5B-8B3E-8158C0EAED00}" type="presParOf" srcId="{1393EE1F-24A3-4BB3-A824-6E0B6C1F9ACF}" destId="{90570FA5-180C-489C-8195-124EB073592E}" srcOrd="0" destOrd="0" presId="urn:microsoft.com/office/officeart/2018/2/layout/IconVerticalSolidList"/>
    <dgm:cxn modelId="{743211A4-CA45-4E3B-805E-E2FD319BF005}" type="presParOf" srcId="{1393EE1F-24A3-4BB3-A824-6E0B6C1F9ACF}" destId="{95ED4040-5346-420A-81C8-4D1D951696C6}" srcOrd="1" destOrd="0" presId="urn:microsoft.com/office/officeart/2018/2/layout/IconVerticalSolidList"/>
    <dgm:cxn modelId="{9CD8E321-95E1-4EDD-872F-66943D748B7F}" type="presParOf" srcId="{1393EE1F-24A3-4BB3-A824-6E0B6C1F9ACF}" destId="{11276F3C-87BD-40AA-AF15-6EFD742F427A}" srcOrd="2" destOrd="0" presId="urn:microsoft.com/office/officeart/2018/2/layout/IconVerticalSolidList"/>
    <dgm:cxn modelId="{9AD13AA0-B444-4319-8815-5A89410F943A}" type="presParOf" srcId="{1393EE1F-24A3-4BB3-A824-6E0B6C1F9ACF}" destId="{181A67F7-E5B8-4F65-A24E-025D7B4E186E}" srcOrd="3" destOrd="0" presId="urn:microsoft.com/office/officeart/2018/2/layout/IconVerticalSolidList"/>
    <dgm:cxn modelId="{DC38E8CE-0DFB-4067-B3DD-65B84543F30C}" type="presParOf" srcId="{0723832C-8D89-45BE-A2A2-0D0FADB72040}" destId="{3AA20E10-8DC2-4DC0-821A-24870570656E}" srcOrd="5" destOrd="0" presId="urn:microsoft.com/office/officeart/2018/2/layout/IconVerticalSolidList"/>
    <dgm:cxn modelId="{B4A66E63-73C1-4BBC-80E4-6F83D41791A6}" type="presParOf" srcId="{0723832C-8D89-45BE-A2A2-0D0FADB72040}" destId="{71FF9470-E0DA-4C62-AF3D-415559A64DE5}" srcOrd="6" destOrd="0" presId="urn:microsoft.com/office/officeart/2018/2/layout/IconVerticalSolidList"/>
    <dgm:cxn modelId="{7DFA067C-022E-40CE-A00D-C8DB59B666E8}" type="presParOf" srcId="{71FF9470-E0DA-4C62-AF3D-415559A64DE5}" destId="{724F9298-7A13-4A71-B81F-75C5397A3599}" srcOrd="0" destOrd="0" presId="urn:microsoft.com/office/officeart/2018/2/layout/IconVerticalSolidList"/>
    <dgm:cxn modelId="{D3F4EE79-500E-4982-93F7-41E12BD2375B}" type="presParOf" srcId="{71FF9470-E0DA-4C62-AF3D-415559A64DE5}" destId="{0C2A7808-A4DD-4732-B443-46632F6B48D0}" srcOrd="1" destOrd="0" presId="urn:microsoft.com/office/officeart/2018/2/layout/IconVerticalSolidList"/>
    <dgm:cxn modelId="{B34FDA8E-DA26-475A-BABF-F920226660DF}" type="presParOf" srcId="{71FF9470-E0DA-4C62-AF3D-415559A64DE5}" destId="{2360663B-1C0C-4041-BACC-20B115B4C322}" srcOrd="2" destOrd="0" presId="urn:microsoft.com/office/officeart/2018/2/layout/IconVerticalSolidList"/>
    <dgm:cxn modelId="{1D931F13-5A18-4391-B8DF-B41A20F7DA56}" type="presParOf" srcId="{71FF9470-E0DA-4C62-AF3D-415559A64DE5}" destId="{5B63E0ED-180F-4F21-9E1A-E9142F136B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9543E02-8B89-4AEF-90FB-7E108B72153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954A65-803A-4BC7-A463-480C78CC908E}">
      <dgm:prSet/>
      <dgm:spPr/>
      <dgm:t>
        <a:bodyPr/>
        <a:lstStyle/>
        <a:p>
          <a:pPr>
            <a:defRPr cap="all"/>
          </a:pPr>
          <a:r>
            <a:rPr lang="en-US"/>
            <a:t>Comprehensive Connect Four system with advanced features</a:t>
          </a:r>
        </a:p>
      </dgm:t>
    </dgm:pt>
    <dgm:pt modelId="{980BF8CF-1019-4DC6-8CD7-7A65A0D03D58}" type="parTrans" cxnId="{473B7294-29AB-452F-9E7E-DBA02367F1F1}">
      <dgm:prSet/>
      <dgm:spPr/>
      <dgm:t>
        <a:bodyPr/>
        <a:lstStyle/>
        <a:p>
          <a:endParaRPr lang="en-US"/>
        </a:p>
      </dgm:t>
    </dgm:pt>
    <dgm:pt modelId="{853A892F-690E-414F-8C63-B38A97256D2A}" type="sibTrans" cxnId="{473B7294-29AB-452F-9E7E-DBA02367F1F1}">
      <dgm:prSet/>
      <dgm:spPr/>
      <dgm:t>
        <a:bodyPr/>
        <a:lstStyle/>
        <a:p>
          <a:endParaRPr lang="en-US"/>
        </a:p>
      </dgm:t>
    </dgm:pt>
    <dgm:pt modelId="{BF2FE025-F2D3-4C01-8FE2-3980C00A02E7}">
      <dgm:prSet/>
      <dgm:spPr/>
      <dgm:t>
        <a:bodyPr/>
        <a:lstStyle/>
        <a:p>
          <a:pPr>
            <a:defRPr cap="all"/>
          </a:pPr>
          <a:r>
            <a:rPr lang="en-US"/>
            <a:t>Strong demonstration of algorithms and data structures</a:t>
          </a:r>
        </a:p>
      </dgm:t>
    </dgm:pt>
    <dgm:pt modelId="{81E6EC64-C849-499A-A310-899D5ED79BC9}" type="parTrans" cxnId="{3E8137DF-9A87-4201-B76E-03E2B85DF1BA}">
      <dgm:prSet/>
      <dgm:spPr/>
      <dgm:t>
        <a:bodyPr/>
        <a:lstStyle/>
        <a:p>
          <a:endParaRPr lang="en-US"/>
        </a:p>
      </dgm:t>
    </dgm:pt>
    <dgm:pt modelId="{B7D46E34-7A4C-48AE-BEF2-3189B58579C9}" type="sibTrans" cxnId="{3E8137DF-9A87-4201-B76E-03E2B85DF1BA}">
      <dgm:prSet/>
      <dgm:spPr/>
      <dgm:t>
        <a:bodyPr/>
        <a:lstStyle/>
        <a:p>
          <a:endParaRPr lang="en-US"/>
        </a:p>
      </dgm:t>
    </dgm:pt>
    <dgm:pt modelId="{CF11E9C5-57E7-4889-8715-8507D7F9F949}">
      <dgm:prSet/>
      <dgm:spPr/>
      <dgm:t>
        <a:bodyPr/>
        <a:lstStyle/>
        <a:p>
          <a:pPr>
            <a:defRPr cap="all"/>
          </a:pPr>
          <a:r>
            <a:rPr lang="en-US"/>
            <a:t>Architecture supports future GUI or network extensions</a:t>
          </a:r>
        </a:p>
      </dgm:t>
    </dgm:pt>
    <dgm:pt modelId="{159EF970-1F9E-4A91-AD85-89A8E220C3FA}" type="parTrans" cxnId="{1BB316AB-167A-4A45-83E9-216DD44EA532}">
      <dgm:prSet/>
      <dgm:spPr/>
      <dgm:t>
        <a:bodyPr/>
        <a:lstStyle/>
        <a:p>
          <a:endParaRPr lang="en-US"/>
        </a:p>
      </dgm:t>
    </dgm:pt>
    <dgm:pt modelId="{E8AA8E8B-B87A-4713-AB2A-AEFE76155CD4}" type="sibTrans" cxnId="{1BB316AB-167A-4A45-83E9-216DD44EA532}">
      <dgm:prSet/>
      <dgm:spPr/>
      <dgm:t>
        <a:bodyPr/>
        <a:lstStyle/>
        <a:p>
          <a:endParaRPr lang="en-US"/>
        </a:p>
      </dgm:t>
    </dgm:pt>
    <dgm:pt modelId="{A81B34F8-A494-4A2B-AD32-FAAEA51AE5A8}">
      <dgm:prSet/>
      <dgm:spPr/>
      <dgm:t>
        <a:bodyPr/>
        <a:lstStyle/>
        <a:p>
          <a:pPr>
            <a:defRPr cap="all"/>
          </a:pPr>
          <a:r>
            <a:rPr lang="en-US"/>
            <a:t>Project meets and exceeds course requirements</a:t>
          </a:r>
        </a:p>
      </dgm:t>
    </dgm:pt>
    <dgm:pt modelId="{8FC028D5-AAB2-46BF-AC56-2EF8C2D37D62}" type="parTrans" cxnId="{6771C986-E497-4B7E-B2BF-2D2B3EDCE64D}">
      <dgm:prSet/>
      <dgm:spPr/>
      <dgm:t>
        <a:bodyPr/>
        <a:lstStyle/>
        <a:p>
          <a:endParaRPr lang="en-US"/>
        </a:p>
      </dgm:t>
    </dgm:pt>
    <dgm:pt modelId="{E409BCF0-3CD2-46AF-834E-5E89079FFC21}" type="sibTrans" cxnId="{6771C986-E497-4B7E-B2BF-2D2B3EDCE64D}">
      <dgm:prSet/>
      <dgm:spPr/>
      <dgm:t>
        <a:bodyPr/>
        <a:lstStyle/>
        <a:p>
          <a:endParaRPr lang="en-US"/>
        </a:p>
      </dgm:t>
    </dgm:pt>
    <dgm:pt modelId="{BBE5F90F-8A1B-41CB-AC80-B3B4052A1024}" type="pres">
      <dgm:prSet presAssocID="{49543E02-8B89-4AEF-90FB-7E108B721536}" presName="root" presStyleCnt="0">
        <dgm:presLayoutVars>
          <dgm:dir/>
          <dgm:resizeHandles val="exact"/>
        </dgm:presLayoutVars>
      </dgm:prSet>
      <dgm:spPr/>
    </dgm:pt>
    <dgm:pt modelId="{77E84853-6FD5-4F86-A775-AAD6C1F7B582}" type="pres">
      <dgm:prSet presAssocID="{76954A65-803A-4BC7-A463-480C78CC908E}" presName="compNode" presStyleCnt="0"/>
      <dgm:spPr/>
    </dgm:pt>
    <dgm:pt modelId="{1F2772CB-C1D2-4FE2-8BC7-526EC9944053}" type="pres">
      <dgm:prSet presAssocID="{76954A65-803A-4BC7-A463-480C78CC908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3ADB0E-39AD-4F1C-80AE-13C16F923EDB}" type="pres">
      <dgm:prSet presAssocID="{76954A65-803A-4BC7-A463-480C78CC90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FABEB01-FCAF-4641-9075-D21E68E68E2F}" type="pres">
      <dgm:prSet presAssocID="{76954A65-803A-4BC7-A463-480C78CC908E}" presName="spaceRect" presStyleCnt="0"/>
      <dgm:spPr/>
    </dgm:pt>
    <dgm:pt modelId="{BF770274-912D-4D95-B8ED-B7A3D8D6F56A}" type="pres">
      <dgm:prSet presAssocID="{76954A65-803A-4BC7-A463-480C78CC908E}" presName="textRect" presStyleLbl="revTx" presStyleIdx="0" presStyleCnt="4">
        <dgm:presLayoutVars>
          <dgm:chMax val="1"/>
          <dgm:chPref val="1"/>
        </dgm:presLayoutVars>
      </dgm:prSet>
      <dgm:spPr/>
    </dgm:pt>
    <dgm:pt modelId="{80EF0A9B-401E-4414-AC2B-AC7B69BFACE9}" type="pres">
      <dgm:prSet presAssocID="{853A892F-690E-414F-8C63-B38A97256D2A}" presName="sibTrans" presStyleCnt="0"/>
      <dgm:spPr/>
    </dgm:pt>
    <dgm:pt modelId="{A2B239C3-A48A-40E6-9A49-8BF7BF473CE6}" type="pres">
      <dgm:prSet presAssocID="{BF2FE025-F2D3-4C01-8FE2-3980C00A02E7}" presName="compNode" presStyleCnt="0"/>
      <dgm:spPr/>
    </dgm:pt>
    <dgm:pt modelId="{859A5DCE-E3D5-49DA-AC37-0EDC64CD5AF9}" type="pres">
      <dgm:prSet presAssocID="{BF2FE025-F2D3-4C01-8FE2-3980C00A02E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2B4400-0DA4-418B-9A45-0321DF93B0C4}" type="pres">
      <dgm:prSet presAssocID="{BF2FE025-F2D3-4C01-8FE2-3980C00A02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6AB6F6-5A9F-41E8-AD76-62567F3BA07D}" type="pres">
      <dgm:prSet presAssocID="{BF2FE025-F2D3-4C01-8FE2-3980C00A02E7}" presName="spaceRect" presStyleCnt="0"/>
      <dgm:spPr/>
    </dgm:pt>
    <dgm:pt modelId="{86B59DBC-338B-4849-96EF-9708D1788706}" type="pres">
      <dgm:prSet presAssocID="{BF2FE025-F2D3-4C01-8FE2-3980C00A02E7}" presName="textRect" presStyleLbl="revTx" presStyleIdx="1" presStyleCnt="4">
        <dgm:presLayoutVars>
          <dgm:chMax val="1"/>
          <dgm:chPref val="1"/>
        </dgm:presLayoutVars>
      </dgm:prSet>
      <dgm:spPr/>
    </dgm:pt>
    <dgm:pt modelId="{184F9182-C467-401F-87A6-0B7A7DD1CEAB}" type="pres">
      <dgm:prSet presAssocID="{B7D46E34-7A4C-48AE-BEF2-3189B58579C9}" presName="sibTrans" presStyleCnt="0"/>
      <dgm:spPr/>
    </dgm:pt>
    <dgm:pt modelId="{63B3995D-B5A4-40A9-9550-3AE704DBBCDB}" type="pres">
      <dgm:prSet presAssocID="{CF11E9C5-57E7-4889-8715-8507D7F9F949}" presName="compNode" presStyleCnt="0"/>
      <dgm:spPr/>
    </dgm:pt>
    <dgm:pt modelId="{3DFF3784-510E-485B-A9F6-B1CDF38B1705}" type="pres">
      <dgm:prSet presAssocID="{CF11E9C5-57E7-4889-8715-8507D7F9F94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854603-AE1D-44ED-A1B7-1F5317D0F164}" type="pres">
      <dgm:prSet presAssocID="{CF11E9C5-57E7-4889-8715-8507D7F9F9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496CB41-2B81-49FA-ADF1-2508EA0A37AB}" type="pres">
      <dgm:prSet presAssocID="{CF11E9C5-57E7-4889-8715-8507D7F9F949}" presName="spaceRect" presStyleCnt="0"/>
      <dgm:spPr/>
    </dgm:pt>
    <dgm:pt modelId="{93BEBB2C-0E82-46C1-8E29-16522746D701}" type="pres">
      <dgm:prSet presAssocID="{CF11E9C5-57E7-4889-8715-8507D7F9F949}" presName="textRect" presStyleLbl="revTx" presStyleIdx="2" presStyleCnt="4">
        <dgm:presLayoutVars>
          <dgm:chMax val="1"/>
          <dgm:chPref val="1"/>
        </dgm:presLayoutVars>
      </dgm:prSet>
      <dgm:spPr/>
    </dgm:pt>
    <dgm:pt modelId="{2EB48093-7BB3-46E0-ACB5-9FA6B3D44F1C}" type="pres">
      <dgm:prSet presAssocID="{E8AA8E8B-B87A-4713-AB2A-AEFE76155CD4}" presName="sibTrans" presStyleCnt="0"/>
      <dgm:spPr/>
    </dgm:pt>
    <dgm:pt modelId="{056103DC-3EB8-4B1A-AD35-25B69907B54B}" type="pres">
      <dgm:prSet presAssocID="{A81B34F8-A494-4A2B-AD32-FAAEA51AE5A8}" presName="compNode" presStyleCnt="0"/>
      <dgm:spPr/>
    </dgm:pt>
    <dgm:pt modelId="{8B9F468A-BFED-49DC-8650-9036041A71BD}" type="pres">
      <dgm:prSet presAssocID="{A81B34F8-A494-4A2B-AD32-FAAEA51AE5A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959702D-E57D-47F6-A858-C16BE4B59C15}" type="pres">
      <dgm:prSet presAssocID="{A81B34F8-A494-4A2B-AD32-FAAEA51AE5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0234741-DBA5-44AA-9F58-8200628E4DAF}" type="pres">
      <dgm:prSet presAssocID="{A81B34F8-A494-4A2B-AD32-FAAEA51AE5A8}" presName="spaceRect" presStyleCnt="0"/>
      <dgm:spPr/>
    </dgm:pt>
    <dgm:pt modelId="{68B3F04B-D6ED-4717-B34C-E52C17C7B86C}" type="pres">
      <dgm:prSet presAssocID="{A81B34F8-A494-4A2B-AD32-FAAEA51AE5A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371151F-F420-4183-9DDF-8D7F2E98EEAE}" type="presOf" srcId="{49543E02-8B89-4AEF-90FB-7E108B721536}" destId="{BBE5F90F-8A1B-41CB-AC80-B3B4052A1024}" srcOrd="0" destOrd="0" presId="urn:microsoft.com/office/officeart/2018/5/layout/IconLeafLabelList"/>
    <dgm:cxn modelId="{C72B517C-6F4D-44DF-A2C2-255B73EC4680}" type="presOf" srcId="{A81B34F8-A494-4A2B-AD32-FAAEA51AE5A8}" destId="{68B3F04B-D6ED-4717-B34C-E52C17C7B86C}" srcOrd="0" destOrd="0" presId="urn:microsoft.com/office/officeart/2018/5/layout/IconLeafLabelList"/>
    <dgm:cxn modelId="{26990586-48CF-42E4-8E4C-38DB767DC732}" type="presOf" srcId="{CF11E9C5-57E7-4889-8715-8507D7F9F949}" destId="{93BEBB2C-0E82-46C1-8E29-16522746D701}" srcOrd="0" destOrd="0" presId="urn:microsoft.com/office/officeart/2018/5/layout/IconLeafLabelList"/>
    <dgm:cxn modelId="{6771C986-E497-4B7E-B2BF-2D2B3EDCE64D}" srcId="{49543E02-8B89-4AEF-90FB-7E108B721536}" destId="{A81B34F8-A494-4A2B-AD32-FAAEA51AE5A8}" srcOrd="3" destOrd="0" parTransId="{8FC028D5-AAB2-46BF-AC56-2EF8C2D37D62}" sibTransId="{E409BCF0-3CD2-46AF-834E-5E89079FFC21}"/>
    <dgm:cxn modelId="{473B7294-29AB-452F-9E7E-DBA02367F1F1}" srcId="{49543E02-8B89-4AEF-90FB-7E108B721536}" destId="{76954A65-803A-4BC7-A463-480C78CC908E}" srcOrd="0" destOrd="0" parTransId="{980BF8CF-1019-4DC6-8CD7-7A65A0D03D58}" sibTransId="{853A892F-690E-414F-8C63-B38A97256D2A}"/>
    <dgm:cxn modelId="{2B741996-117B-47DE-A21E-2937FC779748}" type="presOf" srcId="{BF2FE025-F2D3-4C01-8FE2-3980C00A02E7}" destId="{86B59DBC-338B-4849-96EF-9708D1788706}" srcOrd="0" destOrd="0" presId="urn:microsoft.com/office/officeart/2018/5/layout/IconLeafLabelList"/>
    <dgm:cxn modelId="{1BB316AB-167A-4A45-83E9-216DD44EA532}" srcId="{49543E02-8B89-4AEF-90FB-7E108B721536}" destId="{CF11E9C5-57E7-4889-8715-8507D7F9F949}" srcOrd="2" destOrd="0" parTransId="{159EF970-1F9E-4A91-AD85-89A8E220C3FA}" sibTransId="{E8AA8E8B-B87A-4713-AB2A-AEFE76155CD4}"/>
    <dgm:cxn modelId="{3E8137DF-9A87-4201-B76E-03E2B85DF1BA}" srcId="{49543E02-8B89-4AEF-90FB-7E108B721536}" destId="{BF2FE025-F2D3-4C01-8FE2-3980C00A02E7}" srcOrd="1" destOrd="0" parTransId="{81E6EC64-C849-499A-A310-899D5ED79BC9}" sibTransId="{B7D46E34-7A4C-48AE-BEF2-3189B58579C9}"/>
    <dgm:cxn modelId="{591ED0F8-3A26-44FA-AE9C-3138839E3089}" type="presOf" srcId="{76954A65-803A-4BC7-A463-480C78CC908E}" destId="{BF770274-912D-4D95-B8ED-B7A3D8D6F56A}" srcOrd="0" destOrd="0" presId="urn:microsoft.com/office/officeart/2018/5/layout/IconLeafLabelList"/>
    <dgm:cxn modelId="{69BF88A2-4940-43F8-BB5C-51A37C486BB9}" type="presParOf" srcId="{BBE5F90F-8A1B-41CB-AC80-B3B4052A1024}" destId="{77E84853-6FD5-4F86-A775-AAD6C1F7B582}" srcOrd="0" destOrd="0" presId="urn:microsoft.com/office/officeart/2018/5/layout/IconLeafLabelList"/>
    <dgm:cxn modelId="{8577F174-3D42-4BBE-8A71-D76EB58FC8B2}" type="presParOf" srcId="{77E84853-6FD5-4F86-A775-AAD6C1F7B582}" destId="{1F2772CB-C1D2-4FE2-8BC7-526EC9944053}" srcOrd="0" destOrd="0" presId="urn:microsoft.com/office/officeart/2018/5/layout/IconLeafLabelList"/>
    <dgm:cxn modelId="{39D9651D-4905-48CE-9CE5-2AF0EFEE5F19}" type="presParOf" srcId="{77E84853-6FD5-4F86-A775-AAD6C1F7B582}" destId="{403ADB0E-39AD-4F1C-80AE-13C16F923EDB}" srcOrd="1" destOrd="0" presId="urn:microsoft.com/office/officeart/2018/5/layout/IconLeafLabelList"/>
    <dgm:cxn modelId="{8677A8DD-57D3-41F1-9BA8-ED49E3014787}" type="presParOf" srcId="{77E84853-6FD5-4F86-A775-AAD6C1F7B582}" destId="{DFABEB01-FCAF-4641-9075-D21E68E68E2F}" srcOrd="2" destOrd="0" presId="urn:microsoft.com/office/officeart/2018/5/layout/IconLeafLabelList"/>
    <dgm:cxn modelId="{34B68261-0C7A-46E6-9E0E-6660B84D687F}" type="presParOf" srcId="{77E84853-6FD5-4F86-A775-AAD6C1F7B582}" destId="{BF770274-912D-4D95-B8ED-B7A3D8D6F56A}" srcOrd="3" destOrd="0" presId="urn:microsoft.com/office/officeart/2018/5/layout/IconLeafLabelList"/>
    <dgm:cxn modelId="{3D16FF28-9830-4772-9B13-CB3306DB2A38}" type="presParOf" srcId="{BBE5F90F-8A1B-41CB-AC80-B3B4052A1024}" destId="{80EF0A9B-401E-4414-AC2B-AC7B69BFACE9}" srcOrd="1" destOrd="0" presId="urn:microsoft.com/office/officeart/2018/5/layout/IconLeafLabelList"/>
    <dgm:cxn modelId="{BF084FE4-EC97-4D74-88DC-79BBA94BD1E7}" type="presParOf" srcId="{BBE5F90F-8A1B-41CB-AC80-B3B4052A1024}" destId="{A2B239C3-A48A-40E6-9A49-8BF7BF473CE6}" srcOrd="2" destOrd="0" presId="urn:microsoft.com/office/officeart/2018/5/layout/IconLeafLabelList"/>
    <dgm:cxn modelId="{5A02653B-6AD5-4035-B4C0-EC661274DFDB}" type="presParOf" srcId="{A2B239C3-A48A-40E6-9A49-8BF7BF473CE6}" destId="{859A5DCE-E3D5-49DA-AC37-0EDC64CD5AF9}" srcOrd="0" destOrd="0" presId="urn:microsoft.com/office/officeart/2018/5/layout/IconLeafLabelList"/>
    <dgm:cxn modelId="{034A5EF8-9F39-4BA6-AAC0-EB3CA2DD108D}" type="presParOf" srcId="{A2B239C3-A48A-40E6-9A49-8BF7BF473CE6}" destId="{AF2B4400-0DA4-418B-9A45-0321DF93B0C4}" srcOrd="1" destOrd="0" presId="urn:microsoft.com/office/officeart/2018/5/layout/IconLeafLabelList"/>
    <dgm:cxn modelId="{A8376A99-A3C8-4013-A726-F4F0BABFC87D}" type="presParOf" srcId="{A2B239C3-A48A-40E6-9A49-8BF7BF473CE6}" destId="{A56AB6F6-5A9F-41E8-AD76-62567F3BA07D}" srcOrd="2" destOrd="0" presId="urn:microsoft.com/office/officeart/2018/5/layout/IconLeafLabelList"/>
    <dgm:cxn modelId="{A3827F0A-FDDC-4D23-9C9C-C3B6BAED375D}" type="presParOf" srcId="{A2B239C3-A48A-40E6-9A49-8BF7BF473CE6}" destId="{86B59DBC-338B-4849-96EF-9708D1788706}" srcOrd="3" destOrd="0" presId="urn:microsoft.com/office/officeart/2018/5/layout/IconLeafLabelList"/>
    <dgm:cxn modelId="{F0689617-91A0-4E24-A061-2A8815960E0C}" type="presParOf" srcId="{BBE5F90F-8A1B-41CB-AC80-B3B4052A1024}" destId="{184F9182-C467-401F-87A6-0B7A7DD1CEAB}" srcOrd="3" destOrd="0" presId="urn:microsoft.com/office/officeart/2018/5/layout/IconLeafLabelList"/>
    <dgm:cxn modelId="{3EA1E7E7-506B-453A-8ED0-60B0B4233B29}" type="presParOf" srcId="{BBE5F90F-8A1B-41CB-AC80-B3B4052A1024}" destId="{63B3995D-B5A4-40A9-9550-3AE704DBBCDB}" srcOrd="4" destOrd="0" presId="urn:microsoft.com/office/officeart/2018/5/layout/IconLeafLabelList"/>
    <dgm:cxn modelId="{B04F3CB2-FCDB-4043-89BC-839F86B83E8B}" type="presParOf" srcId="{63B3995D-B5A4-40A9-9550-3AE704DBBCDB}" destId="{3DFF3784-510E-485B-A9F6-B1CDF38B1705}" srcOrd="0" destOrd="0" presId="urn:microsoft.com/office/officeart/2018/5/layout/IconLeafLabelList"/>
    <dgm:cxn modelId="{48583572-B597-4435-B62D-BDC137FDF272}" type="presParOf" srcId="{63B3995D-B5A4-40A9-9550-3AE704DBBCDB}" destId="{F9854603-AE1D-44ED-A1B7-1F5317D0F164}" srcOrd="1" destOrd="0" presId="urn:microsoft.com/office/officeart/2018/5/layout/IconLeafLabelList"/>
    <dgm:cxn modelId="{7518752A-35E0-468B-BD99-B08DFE58F00B}" type="presParOf" srcId="{63B3995D-B5A4-40A9-9550-3AE704DBBCDB}" destId="{C496CB41-2B81-49FA-ADF1-2508EA0A37AB}" srcOrd="2" destOrd="0" presId="urn:microsoft.com/office/officeart/2018/5/layout/IconLeafLabelList"/>
    <dgm:cxn modelId="{E8AA9002-4DC6-4553-801B-937F46B350E4}" type="presParOf" srcId="{63B3995D-B5A4-40A9-9550-3AE704DBBCDB}" destId="{93BEBB2C-0E82-46C1-8E29-16522746D701}" srcOrd="3" destOrd="0" presId="urn:microsoft.com/office/officeart/2018/5/layout/IconLeafLabelList"/>
    <dgm:cxn modelId="{51713326-C417-46F4-96CE-C9D089ACFC0A}" type="presParOf" srcId="{BBE5F90F-8A1B-41CB-AC80-B3B4052A1024}" destId="{2EB48093-7BB3-46E0-ACB5-9FA6B3D44F1C}" srcOrd="5" destOrd="0" presId="urn:microsoft.com/office/officeart/2018/5/layout/IconLeafLabelList"/>
    <dgm:cxn modelId="{48848912-A0C0-4C03-9E0F-4ED8BC1DB625}" type="presParOf" srcId="{BBE5F90F-8A1B-41CB-AC80-B3B4052A1024}" destId="{056103DC-3EB8-4B1A-AD35-25B69907B54B}" srcOrd="6" destOrd="0" presId="urn:microsoft.com/office/officeart/2018/5/layout/IconLeafLabelList"/>
    <dgm:cxn modelId="{A27BBDDC-2FB1-4813-BF52-2EF86B4B48AA}" type="presParOf" srcId="{056103DC-3EB8-4B1A-AD35-25B69907B54B}" destId="{8B9F468A-BFED-49DC-8650-9036041A71BD}" srcOrd="0" destOrd="0" presId="urn:microsoft.com/office/officeart/2018/5/layout/IconLeafLabelList"/>
    <dgm:cxn modelId="{C2E94F5F-5D4E-4529-8FA3-E708DCBBC3B3}" type="presParOf" srcId="{056103DC-3EB8-4B1A-AD35-25B69907B54B}" destId="{4959702D-E57D-47F6-A858-C16BE4B59C15}" srcOrd="1" destOrd="0" presId="urn:microsoft.com/office/officeart/2018/5/layout/IconLeafLabelList"/>
    <dgm:cxn modelId="{5E1B0768-878A-49EB-94CB-E71C939983BA}" type="presParOf" srcId="{056103DC-3EB8-4B1A-AD35-25B69907B54B}" destId="{A0234741-DBA5-44AA-9F58-8200628E4DAF}" srcOrd="2" destOrd="0" presId="urn:microsoft.com/office/officeart/2018/5/layout/IconLeafLabelList"/>
    <dgm:cxn modelId="{09A78D2E-E57A-465B-8E19-F6E16C668BDA}" type="presParOf" srcId="{056103DC-3EB8-4B1A-AD35-25B69907B54B}" destId="{68B3F04B-D6ED-4717-B34C-E52C17C7B8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1AD18-2496-4256-9216-DDBAB0EDEC73}">
      <dsp:nvSpPr>
        <dsp:cNvPr id="0" name=""/>
        <dsp:cNvSpPr/>
      </dsp:nvSpPr>
      <dsp:spPr>
        <a:xfrm>
          <a:off x="0" y="82439"/>
          <a:ext cx="7543801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Full-featured extension of a midterm Connect Four console application</a:t>
          </a:r>
        </a:p>
      </dsp:txBody>
      <dsp:txXfrm>
        <a:off x="44664" y="127103"/>
        <a:ext cx="7454473" cy="825612"/>
      </dsp:txXfrm>
    </dsp:sp>
    <dsp:sp modelId="{FF0F0996-BE6A-4AB6-8DC3-8317BB49C167}">
      <dsp:nvSpPr>
        <dsp:cNvPr id="0" name=""/>
        <dsp:cNvSpPr/>
      </dsp:nvSpPr>
      <dsp:spPr>
        <a:xfrm>
          <a:off x="0" y="1063619"/>
          <a:ext cx="7543801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Supports AI gameplay, tournaments, persistence, and player accounts</a:t>
          </a:r>
        </a:p>
      </dsp:txBody>
      <dsp:txXfrm>
        <a:off x="44664" y="1108283"/>
        <a:ext cx="7454473" cy="825612"/>
      </dsp:txXfrm>
    </dsp:sp>
    <dsp:sp modelId="{B8EBC778-56D5-46BD-AAED-B4228038B4F0}">
      <dsp:nvSpPr>
        <dsp:cNvPr id="0" name=""/>
        <dsp:cNvSpPr/>
      </dsp:nvSpPr>
      <dsp:spPr>
        <a:xfrm>
          <a:off x="0" y="2044800"/>
          <a:ext cx="7543801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Designed using modular software architecture principles</a:t>
          </a:r>
        </a:p>
      </dsp:txBody>
      <dsp:txXfrm>
        <a:off x="44664" y="2089464"/>
        <a:ext cx="7454473" cy="825612"/>
      </dsp:txXfrm>
    </dsp:sp>
    <dsp:sp modelId="{F8B5A931-EA13-4ED9-9340-C9A44ED531CF}">
      <dsp:nvSpPr>
        <dsp:cNvPr id="0" name=""/>
        <dsp:cNvSpPr/>
      </dsp:nvSpPr>
      <dsp:spPr>
        <a:xfrm>
          <a:off x="0" y="3025980"/>
          <a:ext cx="7543801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Demonstrates applied algorithms and data structures</a:t>
          </a:r>
        </a:p>
      </dsp:txBody>
      <dsp:txXfrm>
        <a:off x="44664" y="3070644"/>
        <a:ext cx="7454473" cy="825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34253-0AA4-4597-8721-C69C8B3334A3}">
      <dsp:nvSpPr>
        <dsp:cNvPr id="0" name=""/>
        <dsp:cNvSpPr/>
      </dsp:nvSpPr>
      <dsp:spPr>
        <a:xfrm>
          <a:off x="1019651" y="2607"/>
          <a:ext cx="4078604" cy="13504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136" tIns="343003" rIns="79136" bIns="343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Preserve original midterm functionality and commands</a:t>
          </a:r>
        </a:p>
      </dsp:txBody>
      <dsp:txXfrm>
        <a:off x="1019651" y="2607"/>
        <a:ext cx="4078604" cy="1350406"/>
      </dsp:txXfrm>
    </dsp:sp>
    <dsp:sp modelId="{A1B09DC3-6FD1-4F52-971E-E232B9C0C985}">
      <dsp:nvSpPr>
        <dsp:cNvPr id="0" name=""/>
        <dsp:cNvSpPr/>
      </dsp:nvSpPr>
      <dsp:spPr>
        <a:xfrm>
          <a:off x="0" y="2607"/>
          <a:ext cx="1019651" cy="13504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57" tIns="133390" rIns="53957" bIns="1333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Preserve</a:t>
          </a:r>
        </a:p>
      </dsp:txBody>
      <dsp:txXfrm>
        <a:off x="0" y="2607"/>
        <a:ext cx="1019651" cy="1350406"/>
      </dsp:txXfrm>
    </dsp:sp>
    <dsp:sp modelId="{18E7935C-9B73-415A-88A6-7D6A08A7C691}">
      <dsp:nvSpPr>
        <dsp:cNvPr id="0" name=""/>
        <dsp:cNvSpPr/>
      </dsp:nvSpPr>
      <dsp:spPr>
        <a:xfrm>
          <a:off x="1019651" y="1434037"/>
          <a:ext cx="4078604" cy="13504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136" tIns="343003" rIns="79136" bIns="343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Introduce scalable AI and competitive tournament play</a:t>
          </a:r>
        </a:p>
      </dsp:txBody>
      <dsp:txXfrm>
        <a:off x="1019651" y="1434037"/>
        <a:ext cx="4078604" cy="1350406"/>
      </dsp:txXfrm>
    </dsp:sp>
    <dsp:sp modelId="{79164C64-3EFC-4D35-8F20-9804BDC9F454}">
      <dsp:nvSpPr>
        <dsp:cNvPr id="0" name=""/>
        <dsp:cNvSpPr/>
      </dsp:nvSpPr>
      <dsp:spPr>
        <a:xfrm>
          <a:off x="0" y="1434037"/>
          <a:ext cx="1019651" cy="13504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57" tIns="133390" rIns="53957" bIns="1333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Introduce</a:t>
          </a:r>
        </a:p>
      </dsp:txBody>
      <dsp:txXfrm>
        <a:off x="0" y="1434037"/>
        <a:ext cx="1019651" cy="1350406"/>
      </dsp:txXfrm>
    </dsp:sp>
    <dsp:sp modelId="{59B517AC-01E0-4685-8E25-3D7A65B1D8A3}">
      <dsp:nvSpPr>
        <dsp:cNvPr id="0" name=""/>
        <dsp:cNvSpPr/>
      </dsp:nvSpPr>
      <dsp:spPr>
        <a:xfrm>
          <a:off x="1019651" y="2865468"/>
          <a:ext cx="4078604" cy="135040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136" tIns="343003" rIns="79136" bIns="343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Ensure maintainability through modular design</a:t>
          </a:r>
        </a:p>
      </dsp:txBody>
      <dsp:txXfrm>
        <a:off x="1019651" y="2865468"/>
        <a:ext cx="4078604" cy="1350406"/>
      </dsp:txXfrm>
    </dsp:sp>
    <dsp:sp modelId="{A77B9A89-CD63-4CB9-BDC6-02848EE3AD14}">
      <dsp:nvSpPr>
        <dsp:cNvPr id="0" name=""/>
        <dsp:cNvSpPr/>
      </dsp:nvSpPr>
      <dsp:spPr>
        <a:xfrm>
          <a:off x="0" y="2865468"/>
          <a:ext cx="1019651" cy="13504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57" tIns="133390" rIns="53957" bIns="1333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Ensure</a:t>
          </a:r>
        </a:p>
      </dsp:txBody>
      <dsp:txXfrm>
        <a:off x="0" y="2865468"/>
        <a:ext cx="1019651" cy="1350406"/>
      </dsp:txXfrm>
    </dsp:sp>
    <dsp:sp modelId="{F23510E3-DACD-4AEC-B681-36C9D2D22FF0}">
      <dsp:nvSpPr>
        <dsp:cNvPr id="0" name=""/>
        <dsp:cNvSpPr/>
      </dsp:nvSpPr>
      <dsp:spPr>
        <a:xfrm>
          <a:off x="1019651" y="4296898"/>
          <a:ext cx="4078604" cy="13504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136" tIns="343003" rIns="79136" bIns="3430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 efficient and user-friendly gameplay</a:t>
          </a:r>
        </a:p>
      </dsp:txBody>
      <dsp:txXfrm>
        <a:off x="1019651" y="4296898"/>
        <a:ext cx="4078604" cy="1350406"/>
      </dsp:txXfrm>
    </dsp:sp>
    <dsp:sp modelId="{AEC88E7D-CF37-4E01-8D71-7F12B044477C}">
      <dsp:nvSpPr>
        <dsp:cNvPr id="0" name=""/>
        <dsp:cNvSpPr/>
      </dsp:nvSpPr>
      <dsp:spPr>
        <a:xfrm>
          <a:off x="0" y="4296898"/>
          <a:ext cx="1019651" cy="13504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57" tIns="133390" rIns="53957" bIns="1333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</a:t>
          </a:r>
        </a:p>
      </dsp:txBody>
      <dsp:txXfrm>
        <a:off x="0" y="4296898"/>
        <a:ext cx="1019651" cy="1350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D0B3C-8DEB-4E8D-90AD-048DF86DFA44}">
      <dsp:nvSpPr>
        <dsp:cNvPr id="0" name=""/>
        <dsp:cNvSpPr/>
      </dsp:nvSpPr>
      <dsp:spPr>
        <a:xfrm>
          <a:off x="298776" y="810283"/>
          <a:ext cx="927509" cy="927509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A8712-393A-4F8E-BF8A-69186863D8B0}">
      <dsp:nvSpPr>
        <dsp:cNvPr id="0" name=""/>
        <dsp:cNvSpPr/>
      </dsp:nvSpPr>
      <dsp:spPr>
        <a:xfrm>
          <a:off x="496442" y="1007949"/>
          <a:ext cx="532177" cy="532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D1081-4651-49E9-92FA-0A3473AC4DF2}">
      <dsp:nvSpPr>
        <dsp:cNvPr id="0" name=""/>
        <dsp:cNvSpPr/>
      </dsp:nvSpPr>
      <dsp:spPr>
        <a:xfrm>
          <a:off x="2277" y="2026689"/>
          <a:ext cx="1520507" cy="60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UI receives commands and validates input</a:t>
          </a:r>
        </a:p>
      </dsp:txBody>
      <dsp:txXfrm>
        <a:off x="2277" y="2026689"/>
        <a:ext cx="1520507" cy="608203"/>
      </dsp:txXfrm>
    </dsp:sp>
    <dsp:sp modelId="{6359E50C-9032-45BD-AEC4-CA3167BE69A6}">
      <dsp:nvSpPr>
        <dsp:cNvPr id="0" name=""/>
        <dsp:cNvSpPr/>
      </dsp:nvSpPr>
      <dsp:spPr>
        <a:xfrm>
          <a:off x="2085373" y="810283"/>
          <a:ext cx="927509" cy="927509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0549A-49E3-48E4-B9F3-25F659526B62}">
      <dsp:nvSpPr>
        <dsp:cNvPr id="0" name=""/>
        <dsp:cNvSpPr/>
      </dsp:nvSpPr>
      <dsp:spPr>
        <a:xfrm>
          <a:off x="2283039" y="1007949"/>
          <a:ext cx="532177" cy="532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1F8C-3973-472F-BA83-BD43553EF2C5}">
      <dsp:nvSpPr>
        <dsp:cNvPr id="0" name=""/>
        <dsp:cNvSpPr/>
      </dsp:nvSpPr>
      <dsp:spPr>
        <a:xfrm>
          <a:off x="1788874" y="2026689"/>
          <a:ext cx="1520507" cy="60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Game Engine processes moves and updates board state</a:t>
          </a:r>
        </a:p>
      </dsp:txBody>
      <dsp:txXfrm>
        <a:off x="1788874" y="2026689"/>
        <a:ext cx="1520507" cy="608203"/>
      </dsp:txXfrm>
    </dsp:sp>
    <dsp:sp modelId="{333E3BCC-5B25-4C19-A692-C21DD39402C8}">
      <dsp:nvSpPr>
        <dsp:cNvPr id="0" name=""/>
        <dsp:cNvSpPr/>
      </dsp:nvSpPr>
      <dsp:spPr>
        <a:xfrm>
          <a:off x="3871969" y="810283"/>
          <a:ext cx="927509" cy="927509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E9C19-5DC7-48FB-AFEA-E1EDD0393B59}">
      <dsp:nvSpPr>
        <dsp:cNvPr id="0" name=""/>
        <dsp:cNvSpPr/>
      </dsp:nvSpPr>
      <dsp:spPr>
        <a:xfrm>
          <a:off x="4069635" y="1007949"/>
          <a:ext cx="532177" cy="532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F70AD-AC9B-4275-9911-A0E13AF85703}">
      <dsp:nvSpPr>
        <dsp:cNvPr id="0" name=""/>
        <dsp:cNvSpPr/>
      </dsp:nvSpPr>
      <dsp:spPr>
        <a:xfrm>
          <a:off x="3575470" y="2026689"/>
          <a:ext cx="1520507" cy="60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AI Engine generates moves when playing against computer</a:t>
          </a:r>
        </a:p>
      </dsp:txBody>
      <dsp:txXfrm>
        <a:off x="3575470" y="2026689"/>
        <a:ext cx="1520507" cy="608203"/>
      </dsp:txXfrm>
    </dsp:sp>
    <dsp:sp modelId="{505D5FC4-BFD0-4FFE-A50A-1E9284169F07}">
      <dsp:nvSpPr>
        <dsp:cNvPr id="0" name=""/>
        <dsp:cNvSpPr/>
      </dsp:nvSpPr>
      <dsp:spPr>
        <a:xfrm>
          <a:off x="1192074" y="3015019"/>
          <a:ext cx="927509" cy="927509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D2742-3C8F-4CFC-BDD2-62846911D506}">
      <dsp:nvSpPr>
        <dsp:cNvPr id="0" name=""/>
        <dsp:cNvSpPr/>
      </dsp:nvSpPr>
      <dsp:spPr>
        <a:xfrm>
          <a:off x="1389740" y="3212685"/>
          <a:ext cx="532177" cy="5321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C6221-4E10-4111-A27F-F525C5B969C6}">
      <dsp:nvSpPr>
        <dsp:cNvPr id="0" name=""/>
        <dsp:cNvSpPr/>
      </dsp:nvSpPr>
      <dsp:spPr>
        <a:xfrm>
          <a:off x="895575" y="4231425"/>
          <a:ext cx="1520507" cy="60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Player Manager updates statistics after each game</a:t>
          </a:r>
        </a:p>
      </dsp:txBody>
      <dsp:txXfrm>
        <a:off x="895575" y="4231425"/>
        <a:ext cx="1520507" cy="608203"/>
      </dsp:txXfrm>
    </dsp:sp>
    <dsp:sp modelId="{C078E8F7-814D-46D1-94F9-53ABCB1F8200}">
      <dsp:nvSpPr>
        <dsp:cNvPr id="0" name=""/>
        <dsp:cNvSpPr/>
      </dsp:nvSpPr>
      <dsp:spPr>
        <a:xfrm>
          <a:off x="2978671" y="3015019"/>
          <a:ext cx="927509" cy="927509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8C82B-1096-40BA-9A06-B4A4E03D2C6C}">
      <dsp:nvSpPr>
        <dsp:cNvPr id="0" name=""/>
        <dsp:cNvSpPr/>
      </dsp:nvSpPr>
      <dsp:spPr>
        <a:xfrm>
          <a:off x="3176337" y="3212685"/>
          <a:ext cx="532177" cy="5321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2D5AE-D4BF-4456-9BF0-2023E15CCF3E}">
      <dsp:nvSpPr>
        <dsp:cNvPr id="0" name=""/>
        <dsp:cNvSpPr/>
      </dsp:nvSpPr>
      <dsp:spPr>
        <a:xfrm>
          <a:off x="2682172" y="4231425"/>
          <a:ext cx="1520507" cy="60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Persistence Layer saves updated profiles to disk</a:t>
          </a:r>
        </a:p>
      </dsp:txBody>
      <dsp:txXfrm>
        <a:off x="2682172" y="4231425"/>
        <a:ext cx="1520507" cy="6082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1D309-6AAB-4241-B331-6921BE7CC7DC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4A71C-8801-45AE-99B8-15238083DE42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030E7-6289-4B34-89F2-42827B86DF8D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6×7 board implemented using two-dimensional arrays</a:t>
          </a:r>
        </a:p>
      </dsp:txBody>
      <dsp:txXfrm>
        <a:off x="1372680" y="2344"/>
        <a:ext cx="3725575" cy="1188467"/>
      </dsp:txXfrm>
    </dsp:sp>
    <dsp:sp modelId="{54017688-9FA6-4103-B9D5-FC009E71D965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95848-04F8-4C96-9965-EE4B9EA0444B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F4B07-D5D2-4A25-B019-FA132F81E783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Gravity-based placement ensures correct disc behavior</a:t>
          </a:r>
        </a:p>
      </dsp:txBody>
      <dsp:txXfrm>
        <a:off x="1372680" y="1487929"/>
        <a:ext cx="3725575" cy="1188467"/>
      </dsp:txXfrm>
    </dsp:sp>
    <dsp:sp modelId="{E36E0274-4955-4BFB-BD2D-4BAC7595DB56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0C043-8F6B-455A-BA1F-E3AEE1A18FB6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13207-5AEA-4C03-8F23-2FB77992391B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Win detection checks horizontal, vertical, and diagonal patterns</a:t>
          </a:r>
        </a:p>
      </dsp:txBody>
      <dsp:txXfrm>
        <a:off x="1372680" y="2973514"/>
        <a:ext cx="3725575" cy="1188467"/>
      </dsp:txXfrm>
    </dsp:sp>
    <dsp:sp modelId="{793C4015-0051-404A-8564-CB1E6B05EC50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5529D-1E1D-4E75-A41D-B9AF2E61E203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D9FD1-555F-40BB-AA6A-BC3169FE3403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Undo implemented with stack for constant-time reversal</a:t>
          </a:r>
        </a:p>
      </dsp:txBody>
      <dsp:txXfrm>
        <a:off x="1372680" y="4459099"/>
        <a:ext cx="3725575" cy="11884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6F38B-E593-4407-9B4A-45E7FA812156}">
      <dsp:nvSpPr>
        <dsp:cNvPr id="0" name=""/>
        <dsp:cNvSpPr/>
      </dsp:nvSpPr>
      <dsp:spPr>
        <a:xfrm>
          <a:off x="0" y="308555"/>
          <a:ext cx="5098256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Minimax assumes optimal play by both players</a:t>
          </a:r>
        </a:p>
      </dsp:txBody>
      <dsp:txXfrm>
        <a:off x="58257" y="366812"/>
        <a:ext cx="4981742" cy="1076886"/>
      </dsp:txXfrm>
    </dsp:sp>
    <dsp:sp modelId="{56228C58-E068-478F-98AE-4CD64F7C62CF}">
      <dsp:nvSpPr>
        <dsp:cNvPr id="0" name=""/>
        <dsp:cNvSpPr/>
      </dsp:nvSpPr>
      <dsp:spPr>
        <a:xfrm>
          <a:off x="0" y="1588355"/>
          <a:ext cx="5098256" cy="1193400"/>
        </a:xfrm>
        <a:prstGeom prst="roundRect">
          <a:avLst/>
        </a:prstGeom>
        <a:solidFill>
          <a:schemeClr val="accent2">
            <a:hueOff val="398533"/>
            <a:satOff val="245"/>
            <a:lumOff val="320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Negamax simplifies minimax for zero-sum games</a:t>
          </a:r>
        </a:p>
      </dsp:txBody>
      <dsp:txXfrm>
        <a:off x="58257" y="1646612"/>
        <a:ext cx="4981742" cy="1076886"/>
      </dsp:txXfrm>
    </dsp:sp>
    <dsp:sp modelId="{9C76CF27-9923-4CFE-94A5-868702CE0145}">
      <dsp:nvSpPr>
        <dsp:cNvPr id="0" name=""/>
        <dsp:cNvSpPr/>
      </dsp:nvSpPr>
      <dsp:spPr>
        <a:xfrm>
          <a:off x="0" y="2868155"/>
          <a:ext cx="5098256" cy="1193400"/>
        </a:xfrm>
        <a:prstGeom prst="roundRect">
          <a:avLst/>
        </a:prstGeom>
        <a:solidFill>
          <a:schemeClr val="accent2">
            <a:hueOff val="797066"/>
            <a:satOff val="490"/>
            <a:lumOff val="640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Alpha-Beta pruning eliminates unnecessary branches</a:t>
          </a:r>
        </a:p>
      </dsp:txBody>
      <dsp:txXfrm>
        <a:off x="58257" y="2926412"/>
        <a:ext cx="4981742" cy="1076886"/>
      </dsp:txXfrm>
    </dsp:sp>
    <dsp:sp modelId="{221C6FA0-F539-400B-8613-C1507839B476}">
      <dsp:nvSpPr>
        <dsp:cNvPr id="0" name=""/>
        <dsp:cNvSpPr/>
      </dsp:nvSpPr>
      <dsp:spPr>
        <a:xfrm>
          <a:off x="0" y="4147956"/>
          <a:ext cx="5098256" cy="1193400"/>
        </a:xfrm>
        <a:prstGeom prst="roundRect">
          <a:avLst/>
        </a:prstGeom>
        <a:solidFill>
          <a:schemeClr val="accent2">
            <a:hueOff val="1195599"/>
            <a:satOff val="735"/>
            <a:lumOff val="96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Move ordering improves pruning efficiency</a:t>
          </a:r>
        </a:p>
      </dsp:txBody>
      <dsp:txXfrm>
        <a:off x="58257" y="4206213"/>
        <a:ext cx="4981742" cy="10768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7FF15-D98C-423A-B907-FB47FA275E0B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C87D9-F77B-42F3-9BCF-740EDCCFCE56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92BAF-12DE-47BF-B88A-214EF118707F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Players register and join tournament</a:t>
          </a:r>
        </a:p>
      </dsp:txBody>
      <dsp:txXfrm>
        <a:off x="1372680" y="2344"/>
        <a:ext cx="3725575" cy="1188467"/>
      </dsp:txXfrm>
    </dsp:sp>
    <dsp:sp modelId="{0C8BBA8A-E45C-4EA7-9C9E-4E68224727C4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348E1-EF6F-49D5-85E3-F94E31524201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6391E-30E4-4E5E-A5CA-B2DB4717272D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Round-robin schedule generated automatically</a:t>
          </a:r>
        </a:p>
      </dsp:txBody>
      <dsp:txXfrm>
        <a:off x="1372680" y="1487929"/>
        <a:ext cx="3725575" cy="1188467"/>
      </dsp:txXfrm>
    </dsp:sp>
    <dsp:sp modelId="{C0BA3D25-A047-49AD-B17A-8C781A507590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A4F92-D311-4986-B8D4-933D8D07127A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0C1EB-92F8-4AB7-AAEB-6F55D8474715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Matches executed sequentially using queue</a:t>
          </a:r>
        </a:p>
      </dsp:txBody>
      <dsp:txXfrm>
        <a:off x="1372680" y="2973514"/>
        <a:ext cx="3725575" cy="1188467"/>
      </dsp:txXfrm>
    </dsp:sp>
    <dsp:sp modelId="{C290CC64-5B13-4451-80E8-7EDD1A2E1F7D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BCC7D-74C1-4C59-969F-91A5754AD18D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CE847-5071-41F5-9255-F35E64FF40A7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Standings updated dynamically using AVL tree</a:t>
          </a:r>
        </a:p>
      </dsp:txBody>
      <dsp:txXfrm>
        <a:off x="1372680" y="4459099"/>
        <a:ext cx="3725575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83EC6-0426-49E8-BE25-5C181A9D467F}">
      <dsp:nvSpPr>
        <dsp:cNvPr id="0" name=""/>
        <dsp:cNvSpPr/>
      </dsp:nvSpPr>
      <dsp:spPr>
        <a:xfrm>
          <a:off x="0" y="55063"/>
          <a:ext cx="4810247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Player profiles stored persistently in files</a:t>
          </a:r>
        </a:p>
      </dsp:txBody>
      <dsp:txXfrm>
        <a:off x="64083" y="119146"/>
        <a:ext cx="4682081" cy="1184574"/>
      </dsp:txXfrm>
    </dsp:sp>
    <dsp:sp modelId="{AFD60D74-4127-4AA5-8D73-DA67599920C0}">
      <dsp:nvSpPr>
        <dsp:cNvPr id="0" name=""/>
        <dsp:cNvSpPr/>
      </dsp:nvSpPr>
      <dsp:spPr>
        <a:xfrm>
          <a:off x="0" y="1462843"/>
          <a:ext cx="4810247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Statistics saved immediately after games</a:t>
          </a:r>
        </a:p>
      </dsp:txBody>
      <dsp:txXfrm>
        <a:off x="64083" y="1526926"/>
        <a:ext cx="4682081" cy="1184574"/>
      </dsp:txXfrm>
    </dsp:sp>
    <dsp:sp modelId="{609EF9A8-2826-42D7-9B7D-6B7485EC01F6}">
      <dsp:nvSpPr>
        <dsp:cNvPr id="0" name=""/>
        <dsp:cNvSpPr/>
      </dsp:nvSpPr>
      <dsp:spPr>
        <a:xfrm>
          <a:off x="0" y="2870624"/>
          <a:ext cx="4810247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Login/logout manages session lifecycle</a:t>
          </a:r>
        </a:p>
      </dsp:txBody>
      <dsp:txXfrm>
        <a:off x="64083" y="2934707"/>
        <a:ext cx="4682081" cy="1184574"/>
      </dsp:txXfrm>
    </dsp:sp>
    <dsp:sp modelId="{88840F0C-6F2A-4F6F-9F4F-23219AA124ED}">
      <dsp:nvSpPr>
        <dsp:cNvPr id="0" name=""/>
        <dsp:cNvSpPr/>
      </dsp:nvSpPr>
      <dsp:spPr>
        <a:xfrm>
          <a:off x="0" y="4278404"/>
          <a:ext cx="4810247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Prevents data loss across application restarts</a:t>
          </a:r>
        </a:p>
      </dsp:txBody>
      <dsp:txXfrm>
        <a:off x="64083" y="4342487"/>
        <a:ext cx="4682081" cy="11845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A6003-091D-4F93-9C5E-B939E216A0B5}">
      <dsp:nvSpPr>
        <dsp:cNvPr id="0" name=""/>
        <dsp:cNvSpPr/>
      </dsp:nvSpPr>
      <dsp:spPr>
        <a:xfrm>
          <a:off x="0" y="89495"/>
          <a:ext cx="5098256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2D Array → Board state representation</a:t>
          </a:r>
        </a:p>
      </dsp:txBody>
      <dsp:txXfrm>
        <a:off x="50489" y="139984"/>
        <a:ext cx="4997278" cy="933302"/>
      </dsp:txXfrm>
    </dsp:sp>
    <dsp:sp modelId="{C1A638FB-56D8-47A4-8BF1-9471F5E85534}">
      <dsp:nvSpPr>
        <dsp:cNvPr id="0" name=""/>
        <dsp:cNvSpPr/>
      </dsp:nvSpPr>
      <dsp:spPr>
        <a:xfrm>
          <a:off x="0" y="1198655"/>
          <a:ext cx="5098256" cy="1034280"/>
        </a:xfrm>
        <a:prstGeom prst="roundRect">
          <a:avLst/>
        </a:prstGeom>
        <a:solidFill>
          <a:schemeClr val="accent2">
            <a:hueOff val="298900"/>
            <a:satOff val="184"/>
            <a:lumOff val="240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Stack → Undo move history</a:t>
          </a:r>
        </a:p>
      </dsp:txBody>
      <dsp:txXfrm>
        <a:off x="50489" y="1249144"/>
        <a:ext cx="4997278" cy="933302"/>
      </dsp:txXfrm>
    </dsp:sp>
    <dsp:sp modelId="{894A4410-160F-470D-9041-D694028D65E7}">
      <dsp:nvSpPr>
        <dsp:cNvPr id="0" name=""/>
        <dsp:cNvSpPr/>
      </dsp:nvSpPr>
      <dsp:spPr>
        <a:xfrm>
          <a:off x="0" y="2307815"/>
          <a:ext cx="5098256" cy="1034280"/>
        </a:xfrm>
        <a:prstGeom prst="roundRect">
          <a:avLst/>
        </a:prstGeom>
        <a:solidFill>
          <a:schemeClr val="accent2">
            <a:hueOff val="597799"/>
            <a:satOff val="368"/>
            <a:lumOff val="480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Queue → Turn management and match scheduling</a:t>
          </a:r>
        </a:p>
      </dsp:txBody>
      <dsp:txXfrm>
        <a:off x="50489" y="2358304"/>
        <a:ext cx="4997278" cy="933302"/>
      </dsp:txXfrm>
    </dsp:sp>
    <dsp:sp modelId="{BA0F28F4-6192-45C9-812C-A5308C72D5D4}">
      <dsp:nvSpPr>
        <dsp:cNvPr id="0" name=""/>
        <dsp:cNvSpPr/>
      </dsp:nvSpPr>
      <dsp:spPr>
        <a:xfrm>
          <a:off x="0" y="3416976"/>
          <a:ext cx="5098256" cy="1034280"/>
        </a:xfrm>
        <a:prstGeom prst="roundRect">
          <a:avLst/>
        </a:prstGeom>
        <a:solidFill>
          <a:schemeClr val="accent2">
            <a:hueOff val="896699"/>
            <a:satOff val="551"/>
            <a:lumOff val="72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Map → Player profiles and statistics</a:t>
          </a:r>
        </a:p>
      </dsp:txBody>
      <dsp:txXfrm>
        <a:off x="50489" y="3467465"/>
        <a:ext cx="4997278" cy="933302"/>
      </dsp:txXfrm>
    </dsp:sp>
    <dsp:sp modelId="{00CB7C81-3088-4806-86BE-47BCFB657B05}">
      <dsp:nvSpPr>
        <dsp:cNvPr id="0" name=""/>
        <dsp:cNvSpPr/>
      </dsp:nvSpPr>
      <dsp:spPr>
        <a:xfrm>
          <a:off x="0" y="4526136"/>
          <a:ext cx="5098256" cy="1034280"/>
        </a:xfrm>
        <a:prstGeom prst="roundRect">
          <a:avLst/>
        </a:prstGeom>
        <a:solidFill>
          <a:schemeClr val="accent2">
            <a:hueOff val="1195599"/>
            <a:satOff val="735"/>
            <a:lumOff val="96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AVL Tree → Sorted tournament standings</a:t>
          </a:r>
        </a:p>
      </dsp:txBody>
      <dsp:txXfrm>
        <a:off x="50489" y="4576625"/>
        <a:ext cx="4997278" cy="9333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85036-E383-4030-AAA3-91A62872A33D}">
      <dsp:nvSpPr>
        <dsp:cNvPr id="0" name=""/>
        <dsp:cNvSpPr/>
      </dsp:nvSpPr>
      <dsp:spPr>
        <a:xfrm>
          <a:off x="0" y="140796"/>
          <a:ext cx="5098256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Unit tests for board logic, AI, and persistence</a:t>
          </a:r>
        </a:p>
      </dsp:txBody>
      <dsp:txXfrm>
        <a:off x="62141" y="202937"/>
        <a:ext cx="4973974" cy="1148678"/>
      </dsp:txXfrm>
    </dsp:sp>
    <dsp:sp modelId="{5B6ED41E-BE0B-49BB-9931-45106EA8EA83}">
      <dsp:nvSpPr>
        <dsp:cNvPr id="0" name=""/>
        <dsp:cNvSpPr/>
      </dsp:nvSpPr>
      <dsp:spPr>
        <a:xfrm>
          <a:off x="0" y="1505916"/>
          <a:ext cx="5098256" cy="1272960"/>
        </a:xfrm>
        <a:prstGeom prst="roundRect">
          <a:avLst/>
        </a:prstGeom>
        <a:solidFill>
          <a:schemeClr val="accent2">
            <a:hueOff val="398533"/>
            <a:satOff val="245"/>
            <a:lumOff val="320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Integration tests simulate full gameplay scenarios</a:t>
          </a:r>
        </a:p>
      </dsp:txBody>
      <dsp:txXfrm>
        <a:off x="62141" y="1568057"/>
        <a:ext cx="4973974" cy="1148678"/>
      </dsp:txXfrm>
    </dsp:sp>
    <dsp:sp modelId="{011F0813-A1B3-40FB-AB51-57674E3511B7}">
      <dsp:nvSpPr>
        <dsp:cNvPr id="0" name=""/>
        <dsp:cNvSpPr/>
      </dsp:nvSpPr>
      <dsp:spPr>
        <a:xfrm>
          <a:off x="0" y="2871036"/>
          <a:ext cx="5098256" cy="1272960"/>
        </a:xfrm>
        <a:prstGeom prst="roundRect">
          <a:avLst/>
        </a:prstGeom>
        <a:solidFill>
          <a:schemeClr val="accent2">
            <a:hueOff val="797066"/>
            <a:satOff val="490"/>
            <a:lumOff val="640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Regression testing preserves midterm behavior</a:t>
          </a:r>
        </a:p>
      </dsp:txBody>
      <dsp:txXfrm>
        <a:off x="62141" y="2933177"/>
        <a:ext cx="4973974" cy="1148678"/>
      </dsp:txXfrm>
    </dsp:sp>
    <dsp:sp modelId="{636C6564-50F4-4BCC-9F19-4F9F3CBDC8AC}">
      <dsp:nvSpPr>
        <dsp:cNvPr id="0" name=""/>
        <dsp:cNvSpPr/>
      </dsp:nvSpPr>
      <dsp:spPr>
        <a:xfrm>
          <a:off x="0" y="4236156"/>
          <a:ext cx="5098256" cy="1272960"/>
        </a:xfrm>
        <a:prstGeom prst="roundRect">
          <a:avLst/>
        </a:prstGeom>
        <a:solidFill>
          <a:schemeClr val="accent2">
            <a:hueOff val="1195599"/>
            <a:satOff val="735"/>
            <a:lumOff val="96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Ensures system reliability and correctness</a:t>
          </a:r>
        </a:p>
      </dsp:txBody>
      <dsp:txXfrm>
        <a:off x="62141" y="4298297"/>
        <a:ext cx="4973974" cy="11486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C6A98-E5CD-4DA0-9EA3-82A130286727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DEECD-4968-46BD-AE4F-B24A48C6450C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38457-A9C8-47FD-B68D-A6F6FA6258E5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O(1) move placement on board</a:t>
          </a:r>
        </a:p>
      </dsp:txBody>
      <dsp:txXfrm>
        <a:off x="1372680" y="2344"/>
        <a:ext cx="3725575" cy="1188467"/>
      </dsp:txXfrm>
    </dsp:sp>
    <dsp:sp modelId="{C480E865-8CFA-448E-BAD0-0B0B66E60228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8676A-4FD6-4199-A406-2AC3B01FDF6B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CC339-36CF-4302-9BC9-7D51319A2673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O(n) win detection per move</a:t>
          </a:r>
        </a:p>
      </dsp:txBody>
      <dsp:txXfrm>
        <a:off x="1372680" y="1487929"/>
        <a:ext cx="3725575" cy="1188467"/>
      </dsp:txXfrm>
    </dsp:sp>
    <dsp:sp modelId="{90570FA5-180C-489C-8195-124EB073592E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D4040-5346-420A-81C8-4D1D951696C6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A67F7-E5B8-4F65-A24E-025D7B4E186E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complexity reduced using Alpha-Beta pruning</a:t>
          </a:r>
        </a:p>
      </dsp:txBody>
      <dsp:txXfrm>
        <a:off x="1372680" y="2973514"/>
        <a:ext cx="3725575" cy="1188467"/>
      </dsp:txXfrm>
    </dsp:sp>
    <dsp:sp modelId="{724F9298-7A13-4A71-B81F-75C5397A3599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A7808-A4DD-4732-B443-46632F6B48D0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3E0ED-180F-4F21-9E1A-E9142F136B3D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AVL tree ensures O(log n) tournament updates</a:t>
          </a:r>
        </a:p>
      </dsp:txBody>
      <dsp:txXfrm>
        <a:off x="1372680" y="4459099"/>
        <a:ext cx="3725575" cy="11884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772CB-C1D2-4FE2-8BC7-526EC9944053}">
      <dsp:nvSpPr>
        <dsp:cNvPr id="0" name=""/>
        <dsp:cNvSpPr/>
      </dsp:nvSpPr>
      <dsp:spPr>
        <a:xfrm>
          <a:off x="890547" y="42928"/>
          <a:ext cx="1162484" cy="116248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ADB0E-39AD-4F1C-80AE-13C16F923EDB}">
      <dsp:nvSpPr>
        <dsp:cNvPr id="0" name=""/>
        <dsp:cNvSpPr/>
      </dsp:nvSpPr>
      <dsp:spPr>
        <a:xfrm>
          <a:off x="1138289" y="290671"/>
          <a:ext cx="666999" cy="6669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70274-912D-4D95-B8ED-B7A3D8D6F56A}">
      <dsp:nvSpPr>
        <dsp:cNvPr id="0" name=""/>
        <dsp:cNvSpPr/>
      </dsp:nvSpPr>
      <dsp:spPr>
        <a:xfrm>
          <a:off x="518933" y="1567498"/>
          <a:ext cx="19057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Comprehensive Connect Four system with advanced features</a:t>
          </a:r>
        </a:p>
      </dsp:txBody>
      <dsp:txXfrm>
        <a:off x="518933" y="1567498"/>
        <a:ext cx="1905712" cy="720000"/>
      </dsp:txXfrm>
    </dsp:sp>
    <dsp:sp modelId="{859A5DCE-E3D5-49DA-AC37-0EDC64CD5AF9}">
      <dsp:nvSpPr>
        <dsp:cNvPr id="0" name=""/>
        <dsp:cNvSpPr/>
      </dsp:nvSpPr>
      <dsp:spPr>
        <a:xfrm>
          <a:off x="3129759" y="42928"/>
          <a:ext cx="1162484" cy="116248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B4400-0DA4-418B-9A45-0321DF93B0C4}">
      <dsp:nvSpPr>
        <dsp:cNvPr id="0" name=""/>
        <dsp:cNvSpPr/>
      </dsp:nvSpPr>
      <dsp:spPr>
        <a:xfrm>
          <a:off x="3377501" y="290671"/>
          <a:ext cx="666999" cy="6669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59DBC-338B-4849-96EF-9708D1788706}">
      <dsp:nvSpPr>
        <dsp:cNvPr id="0" name=""/>
        <dsp:cNvSpPr/>
      </dsp:nvSpPr>
      <dsp:spPr>
        <a:xfrm>
          <a:off x="2758145" y="1567498"/>
          <a:ext cx="19057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Strong demonstration of algorithms and data structures</a:t>
          </a:r>
        </a:p>
      </dsp:txBody>
      <dsp:txXfrm>
        <a:off x="2758145" y="1567498"/>
        <a:ext cx="1905712" cy="720000"/>
      </dsp:txXfrm>
    </dsp:sp>
    <dsp:sp modelId="{3DFF3784-510E-485B-A9F6-B1CDF38B1705}">
      <dsp:nvSpPr>
        <dsp:cNvPr id="0" name=""/>
        <dsp:cNvSpPr/>
      </dsp:nvSpPr>
      <dsp:spPr>
        <a:xfrm>
          <a:off x="890547" y="2763926"/>
          <a:ext cx="1162484" cy="116248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54603-AE1D-44ED-A1B7-1F5317D0F164}">
      <dsp:nvSpPr>
        <dsp:cNvPr id="0" name=""/>
        <dsp:cNvSpPr/>
      </dsp:nvSpPr>
      <dsp:spPr>
        <a:xfrm>
          <a:off x="1138289" y="3011669"/>
          <a:ext cx="666999" cy="6669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EBB2C-0E82-46C1-8E29-16522746D701}">
      <dsp:nvSpPr>
        <dsp:cNvPr id="0" name=""/>
        <dsp:cNvSpPr/>
      </dsp:nvSpPr>
      <dsp:spPr>
        <a:xfrm>
          <a:off x="518933" y="4288496"/>
          <a:ext cx="19057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Architecture supports future GUI or network extensions</a:t>
          </a:r>
        </a:p>
      </dsp:txBody>
      <dsp:txXfrm>
        <a:off x="518933" y="4288496"/>
        <a:ext cx="1905712" cy="720000"/>
      </dsp:txXfrm>
    </dsp:sp>
    <dsp:sp modelId="{8B9F468A-BFED-49DC-8650-9036041A71BD}">
      <dsp:nvSpPr>
        <dsp:cNvPr id="0" name=""/>
        <dsp:cNvSpPr/>
      </dsp:nvSpPr>
      <dsp:spPr>
        <a:xfrm>
          <a:off x="3129759" y="2763926"/>
          <a:ext cx="1162484" cy="116248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9702D-E57D-47F6-A858-C16BE4B59C15}">
      <dsp:nvSpPr>
        <dsp:cNvPr id="0" name=""/>
        <dsp:cNvSpPr/>
      </dsp:nvSpPr>
      <dsp:spPr>
        <a:xfrm>
          <a:off x="3377501" y="3011669"/>
          <a:ext cx="666999" cy="6669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3F04B-D6ED-4717-B34C-E52C17C7B86C}">
      <dsp:nvSpPr>
        <dsp:cNvPr id="0" name=""/>
        <dsp:cNvSpPr/>
      </dsp:nvSpPr>
      <dsp:spPr>
        <a:xfrm>
          <a:off x="2758145" y="4288496"/>
          <a:ext cx="19057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Project meets and exceeds course requirements</a:t>
          </a:r>
        </a:p>
      </dsp:txBody>
      <dsp:txXfrm>
        <a:off x="2758145" y="4288496"/>
        <a:ext cx="19057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2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8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4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4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8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3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2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5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9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4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hyperlink" Target="https://drive.google.com/drive/folders/1uJCg_xWWoNACD5wS3YQBoyFz6SVMyPuD?usp=drive_link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7315" y="639097"/>
            <a:ext cx="4689988" cy="3686015"/>
          </a:xfrm>
        </p:spPr>
        <p:txBody>
          <a:bodyPr>
            <a:normAutofit/>
          </a:bodyPr>
          <a:lstStyle/>
          <a:p>
            <a:r>
              <a:t>Connect Four Extension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7314" y="4455621"/>
            <a:ext cx="4702011" cy="1238616"/>
          </a:xfrm>
        </p:spPr>
        <p:txBody>
          <a:bodyPr>
            <a:normAutofit/>
          </a:bodyPr>
          <a:lstStyle/>
          <a:p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Final Project – CS-608 Algorithms and Computing Theory</a:t>
            </a:r>
          </a:p>
          <a:p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Group 1</a:t>
            </a:r>
          </a:p>
          <a:p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Architecture, Algorithms, and System Design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3499053B-D51E-75DE-CD62-627EE35E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51" r="26030"/>
          <a:stretch>
            <a:fillRect/>
          </a:stretch>
        </p:blipFill>
        <p:spPr>
          <a:xfrm>
            <a:off x="20" y="10"/>
            <a:ext cx="347646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303" y="4343400"/>
            <a:ext cx="422708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0FD02-1230-C26F-E4BB-D14D281A51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System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39F932-0930-DEAA-C316-E37BAECB3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3051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7078" y="286604"/>
            <a:ext cx="3832261" cy="1450757"/>
          </a:xfrm>
        </p:spPr>
        <p:txBody>
          <a:bodyPr>
            <a:noAutofit/>
          </a:bodyPr>
          <a:lstStyle/>
          <a:p>
            <a:r>
              <a:rPr sz="4000" dirty="0"/>
              <a:t>High-Level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Interface / Command Parser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Game Engine (Board, Rules, Turn Control)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Player Account &amp; Profile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Artificial Intelligence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Tournament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Persistence Layer (File-Based Storage)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Module Interaction 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D9F195-C4E9-3076-055D-1192D5E9F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20144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86604"/>
            <a:ext cx="4572000" cy="1450757"/>
          </a:xfrm>
        </p:spPr>
        <p:txBody>
          <a:bodyPr>
            <a:noAutofit/>
          </a:bodyPr>
          <a:lstStyle/>
          <a:p>
            <a:r>
              <a:rPr lang="en-US" sz="3600"/>
              <a:t>Game Engine Internal Architecture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Board Representation (2D Array)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Move Validation &amp; Gravity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Win / Draw Detection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Move History Stack (Undo Support)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Gameplay Mechanics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C535AD-5522-AEF1-33CD-423CFECFD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35702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40" y="286604"/>
            <a:ext cx="4006922" cy="1450757"/>
          </a:xfrm>
        </p:spPr>
        <p:txBody>
          <a:bodyPr>
            <a:noAutofit/>
          </a:bodyPr>
          <a:lstStyle/>
          <a:p>
            <a:r>
              <a:rPr sz="3600" dirty="0"/>
              <a:t>AI Decision-Making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Random AI: Valid move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Medium AI: Heuristic evaluator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Hard AI: Minimax / Negamax recursion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Alpha-Beta pruning for search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AI Algorithm Details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294B61B-C9EB-30F2-A62E-6B928504D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55150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8785" y="240883"/>
            <a:ext cx="3898015" cy="1450757"/>
          </a:xfrm>
        </p:spPr>
        <p:txBody>
          <a:bodyPr>
            <a:noAutofit/>
          </a:bodyPr>
          <a:lstStyle/>
          <a:p>
            <a:r>
              <a:rPr sz="3600" dirty="0"/>
              <a:t>Tournament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Tournament Registration Handler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Round-Robin 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" y="292608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Match Queue (FIFO)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AVL Tree Standings 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Tournament 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2F5BAC-47B1-D324-A808-959024E94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93751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1046" y="286604"/>
            <a:ext cx="4232954" cy="1450757"/>
          </a:xfrm>
        </p:spPr>
        <p:txBody>
          <a:bodyPr>
            <a:normAutofit/>
          </a:bodyPr>
          <a:lstStyle/>
          <a:p>
            <a:r>
              <a:rPr sz="3600" dirty="0"/>
              <a:t>Persistence Layer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Profile Loader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Statistics Updater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File Serializer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Atomic File Writer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Persistence and 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31F94B6-55A5-8B26-FFC4-8DB6185796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56512" y="605896"/>
          <a:ext cx="4810247" cy="5646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Data Structures Mapping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7D3B569-0111-38D8-6E89-5BA9964ED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01574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Startup Screen</a:t>
            </a:r>
          </a:p>
        </p:txBody>
      </p:sp>
      <p:pic>
        <p:nvPicPr>
          <p:cNvPr id="3" name="Picture 2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81" y="2115868"/>
            <a:ext cx="5614827" cy="3559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5568" y="5779587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ASCII-based title screen displayed when the application launches.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0297" y="905643"/>
            <a:ext cx="4690153" cy="1450757"/>
          </a:xfrm>
        </p:spPr>
        <p:txBody>
          <a:bodyPr>
            <a:normAutofit/>
          </a:bodyPr>
          <a:lstStyle/>
          <a:p>
            <a:r>
              <a:rPr sz="4000" dirty="0"/>
              <a:t>Help Menu and Command Interface</a:t>
            </a:r>
          </a:p>
        </p:txBody>
      </p:sp>
      <p:pic>
        <p:nvPicPr>
          <p:cNvPr id="3" name="Picture 2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1"/>
            <a:ext cx="4690153" cy="50638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4683" y="4954199"/>
            <a:ext cx="374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Shows all supported commands for players, gameplay, and tournaments.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Player Registration and Login</a:t>
            </a:r>
          </a:p>
        </p:txBody>
      </p:sp>
      <p:pic>
        <p:nvPicPr>
          <p:cNvPr id="3" name="Picture 2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27" y="1784850"/>
            <a:ext cx="5152490" cy="4451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87209"/>
            <a:ext cx="3786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Demonstrates persistent player account creation and session handling.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86604"/>
            <a:ext cx="4572000" cy="1450757"/>
          </a:xfrm>
        </p:spPr>
        <p:txBody>
          <a:bodyPr>
            <a:normAutofit fontScale="90000"/>
          </a:bodyPr>
          <a:lstStyle/>
          <a:p>
            <a:r>
              <a:rPr dirty="0"/>
              <a:t>Human vs AI Game Initialization</a:t>
            </a:r>
          </a:p>
        </p:txBody>
      </p:sp>
      <p:pic>
        <p:nvPicPr>
          <p:cNvPr id="3" name="Picture 2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280160"/>
            <a:ext cx="4114800" cy="4856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1" y="2782669"/>
            <a:ext cx="457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Human vs AI (Medium difficulty) game start with available in-game commands.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855" y="286604"/>
            <a:ext cx="4570973" cy="1450757"/>
          </a:xfrm>
        </p:spPr>
        <p:txBody>
          <a:bodyPr/>
          <a:lstStyle/>
          <a:p>
            <a:r>
              <a:rPr dirty="0"/>
              <a:t>AI Win Detection</a:t>
            </a:r>
          </a:p>
        </p:txBody>
      </p:sp>
      <p:pic>
        <p:nvPicPr>
          <p:cNvPr id="3" name="Picture 2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71" y="636167"/>
            <a:ext cx="3718218" cy="5406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855" y="3087383"/>
            <a:ext cx="4570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Final board state where AI successfully detects and completes a winning sequence.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AD52579A-AE3C-40B6-8253-91DB1C730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0B9D193-DAC1-4D45-8E21-33BFF0B8F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B4089B0-A3F2-47C8-9D55-473E55024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3CF7592C-5058-4C5D-9582-F387E0430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" y="0"/>
            <a:ext cx="91428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2AD2279-6A2A-4C51-A364-6C5365C64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" y="0"/>
            <a:ext cx="343855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FEE8C-0767-FD35-BDA9-D3B5A5B1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058573"/>
            <a:ext cx="2744434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Source Code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FD120F-F1BE-44CA-BC25-B1B45318F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856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D9C417D-99A5-4474-B6E4-07A082B27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3967" y="321732"/>
            <a:ext cx="2741225" cy="367484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2141E32-C5C1-81CD-0D0C-4455E80F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23" y="1310410"/>
            <a:ext cx="2496312" cy="1697492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C38ED258-3AC4-40D3-B5E0-2F3E34994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8716" y="321732"/>
            <a:ext cx="2301525" cy="2108201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DFBBC1A-BAE8-471E-FA25-9878EA207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779" y="858995"/>
            <a:ext cx="2057399" cy="1033842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71D6D92-4751-4F60-BC9C-360F41042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3967" y="4157448"/>
            <a:ext cx="2741225" cy="230233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C26F6E-15D3-7BFA-1262-68DD26816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99" y="4698156"/>
            <a:ext cx="2485130" cy="1217713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259EA88E-9712-4359-9B24-06836BFD3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8716" y="2617577"/>
            <a:ext cx="2301525" cy="380911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F400B1B-237C-62D8-AE99-0E6E59452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778" y="3814905"/>
            <a:ext cx="2057400" cy="14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79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8C5C844-9C03-41DD-A109-2631EE112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8B2F3A-B73A-42B2-A138-9E48D6B46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9D1186-EB56-4164-84F2-7419CCDF0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350F06-58C7-429C-A205-CA1845801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8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3480E-479B-4BB7-A125-3F1BC9B13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" y="0"/>
            <a:ext cx="343855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B5B15-B30B-E459-70C1-C714B5D5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40080"/>
            <a:ext cx="2744434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Source Code (Contn.)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DD56B2-8029-4383-8B59-401C58BAF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856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1681C4-C7DD-427A-8D79-D1D755413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3967" y="321732"/>
            <a:ext cx="2741225" cy="367484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9C1E2F3-A521-109A-A456-89ED92D9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23" y="1291687"/>
            <a:ext cx="2496312" cy="17349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30047A-FD11-429E-85E0-AE20BF5D1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3900" y="321732"/>
            <a:ext cx="2316342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B1726E-8910-4C55-A0F8-13C0D84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3967" y="4157448"/>
            <a:ext cx="2741225" cy="230233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C244889-7E66-0A48-25AD-ED2D9BD8A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99" y="4462068"/>
            <a:ext cx="2485130" cy="168988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E325CD5-B907-46A4-AC04-9FDCDB77E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8716" y="2617577"/>
            <a:ext cx="2301525" cy="380911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E14D626-05A6-645F-64D1-A25B5642E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778" y="3763470"/>
            <a:ext cx="2057400" cy="151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2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84700CB-A126-367A-AE53-67CCA3153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15889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Performance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3724D6-81D0-4D8D-0934-8EA14E396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00134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02238-7FE2-1112-2921-75F739CF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" y="516835"/>
            <a:ext cx="2325102" cy="2103875"/>
          </a:xfrm>
        </p:spPr>
        <p:txBody>
          <a:bodyPr>
            <a:normAutofit/>
          </a:bodyPr>
          <a:lstStyle/>
          <a:p>
            <a:r>
              <a:rPr lang="en-US" sz="3100"/>
              <a:t>Project Sources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195" y="2633962"/>
            <a:ext cx="2057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94E83-06B2-EA77-BE33-63EDE91D1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8" y="2736574"/>
            <a:ext cx="2313633" cy="3366047"/>
          </a:xfrm>
        </p:spPr>
        <p:txBody>
          <a:bodyPr>
            <a:normAutofit/>
          </a:bodyPr>
          <a:lstStyle/>
          <a:p>
            <a:r>
              <a:rPr lang="en-US" sz="1300"/>
              <a:t>Google Drive Link for the project:</a:t>
            </a:r>
          </a:p>
          <a:p>
            <a:r>
              <a:rPr lang="en-US" sz="1300">
                <a:hlinkClick r:id="rId2"/>
              </a:rPr>
              <a:t>https://drive.google.com/drive/folders/1uJCg_xWWoNACD5wS3YQBoyFz6SVMyPuD?usp=drive_link</a:t>
            </a:r>
            <a:endParaRPr lang="en-US" sz="1300"/>
          </a:p>
          <a:p>
            <a:endParaRPr lang="en-US" sz="1300"/>
          </a:p>
          <a:p>
            <a:r>
              <a:rPr lang="en-US" sz="1300"/>
              <a:t>GitHub URL for the project:</a:t>
            </a:r>
          </a:p>
          <a:p>
            <a:endParaRPr lang="en-US" sz="130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96B2FC74-A77B-2A59-EA17-D349E89A7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90" r="41413"/>
          <a:stretch>
            <a:fillRect/>
          </a:stretch>
        </p:blipFill>
        <p:spPr>
          <a:xfrm>
            <a:off x="3056282" y="10"/>
            <a:ext cx="608345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36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682A25-42C8-4715-BF21-184A2A338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r>
              <a:rPr lang="en-US" sz="4100" dirty="0"/>
              <a:t>Conclusion and Future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736393-45A9-49C6-90FF-3486BD423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3AD8F8B-6BDD-4751-800C-E84F1A8F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1D79A-75FF-4A04-80E0-85755EA72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F24723-86FD-0AF3-0EE2-E421AE9AA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692705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490</TotalTime>
  <Words>589</Words>
  <Application>Microsoft Office PowerPoint</Application>
  <PresentationFormat>On-screen Show (4:3)</PresentationFormat>
  <Paragraphs>109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Calibri Light</vt:lpstr>
      <vt:lpstr>Retrospect</vt:lpstr>
      <vt:lpstr>Connect Four Extension</vt:lpstr>
      <vt:lpstr>Project Overview</vt:lpstr>
      <vt:lpstr>System Objectives</vt:lpstr>
      <vt:lpstr>High-Level System Architecture</vt:lpstr>
      <vt:lpstr>Module Interaction Flow</vt:lpstr>
      <vt:lpstr>Game Engine Internal Architecture</vt:lpstr>
      <vt:lpstr>Gameplay Mechanics</vt:lpstr>
      <vt:lpstr>AI Decision-Making Architecture</vt:lpstr>
      <vt:lpstr>AI Algorithm Details</vt:lpstr>
      <vt:lpstr>Tournament System Architecture</vt:lpstr>
      <vt:lpstr>Tournament Workflow</vt:lpstr>
      <vt:lpstr>Persistence Layer Architecture</vt:lpstr>
      <vt:lpstr>Persistence and Security</vt:lpstr>
      <vt:lpstr>Data Structures Mapping</vt:lpstr>
      <vt:lpstr>Application Startup Screen</vt:lpstr>
      <vt:lpstr>Help Menu and Command Interface</vt:lpstr>
      <vt:lpstr>Player Registration and Login</vt:lpstr>
      <vt:lpstr>Human vs AI Game Initialization</vt:lpstr>
      <vt:lpstr>AI Win Detection</vt:lpstr>
      <vt:lpstr>Source Code</vt:lpstr>
      <vt:lpstr>Source Code (Contn.)</vt:lpstr>
      <vt:lpstr>Testing Strategy</vt:lpstr>
      <vt:lpstr>Performance Analysis</vt:lpstr>
      <vt:lpstr>Project Sources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Bandi, Sai Saketh</cp:lastModifiedBy>
  <cp:revision>2</cp:revision>
  <dcterms:created xsi:type="dcterms:W3CDTF">2013-01-27T09:14:16Z</dcterms:created>
  <dcterms:modified xsi:type="dcterms:W3CDTF">2025-12-19T15:31:05Z</dcterms:modified>
  <cp:category/>
</cp:coreProperties>
</file>